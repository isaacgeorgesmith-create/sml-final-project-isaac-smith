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5"/>
  </p:sldMasterIdLst>
  <p:notesMasterIdLst>
    <p:notesMasterId r:id="rId23"/>
  </p:notesMasterIdLst>
  <p:handoutMasterIdLst>
    <p:handoutMasterId r:id="rId24"/>
  </p:handoutMasterIdLst>
  <p:sldIdLst>
    <p:sldId id="256" r:id="rId6"/>
    <p:sldId id="271" r:id="rId7"/>
    <p:sldId id="275" r:id="rId8"/>
    <p:sldId id="282" r:id="rId9"/>
    <p:sldId id="283" r:id="rId10"/>
    <p:sldId id="284" r:id="rId11"/>
    <p:sldId id="289" r:id="rId12"/>
    <p:sldId id="285" r:id="rId13"/>
    <p:sldId id="286" r:id="rId14"/>
    <p:sldId id="287" r:id="rId15"/>
    <p:sldId id="270" r:id="rId16"/>
    <p:sldId id="277" r:id="rId17"/>
    <p:sldId id="273" r:id="rId18"/>
    <p:sldId id="278" r:id="rId19"/>
    <p:sldId id="280" r:id="rId20"/>
    <p:sldId id="279" r:id="rId21"/>
    <p:sldId id="288" r:id="rId2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B10661-F65F-467D-BBC6-02CC0ABA6989}" v="72" dt="2026-03-19T04:28:59.026"/>
    <p1510:client id="{B765430C-C67E-4CC2-BBE1-059969599712}" v="12" dt="2026-03-18T23:47:48.9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9694" autoAdjust="0"/>
  </p:normalViewPr>
  <p:slideViewPr>
    <p:cSldViewPr snapToGrid="0" snapToObjects="1">
      <p:cViewPr varScale="1">
        <p:scale>
          <a:sx n="129" d="100"/>
          <a:sy n="129" d="100"/>
        </p:scale>
        <p:origin x="122" y="4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handoutMaster" Target="handoutMasters/handoutMaster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aac George Smith" userId="f563a7fb-a1f3-425b-85cb-16f41ba44821" providerId="ADAL" clId="{BA0A20DE-4719-4C86-8CD6-FA01DAE0A720}"/>
    <pc:docChg chg="undo custSel addSld delSld modSld sldOrd">
      <pc:chgData name="Isaac George Smith" userId="f563a7fb-a1f3-425b-85cb-16f41ba44821" providerId="ADAL" clId="{BA0A20DE-4719-4C86-8CD6-FA01DAE0A720}" dt="2026-03-19T04:28:59.026" v="2426"/>
      <pc:docMkLst>
        <pc:docMk/>
      </pc:docMkLst>
      <pc:sldChg chg="addSp delSp modSp modTransition modAnim">
        <pc:chgData name="Isaac George Smith" userId="f563a7fb-a1f3-425b-85cb-16f41ba44821" providerId="ADAL" clId="{BA0A20DE-4719-4C86-8CD6-FA01DAE0A720}" dt="2026-03-19T04:28:59.026" v="2426"/>
        <pc:sldMkLst>
          <pc:docMk/>
          <pc:sldMk cId="4154333393" sldId="256"/>
        </pc:sldMkLst>
        <pc:picChg chg="add del mod">
          <ac:chgData name="Isaac George Smith" userId="f563a7fb-a1f3-425b-85cb-16f41ba44821" providerId="ADAL" clId="{BA0A20DE-4719-4C86-8CD6-FA01DAE0A720}" dt="2026-03-19T04:28:59.026" v="2426"/>
          <ac:picMkLst>
            <pc:docMk/>
            <pc:sldMk cId="4154333393" sldId="256"/>
            <ac:picMk id="8" creationId="{0AF4C713-263A-8FD7-B7EC-BD834719C9DD}"/>
          </ac:picMkLst>
        </pc:picChg>
      </pc:sldChg>
      <pc:sldChg chg="addSp delSp modSp mod ord modTransition modAnim">
        <pc:chgData name="Isaac George Smith" userId="f563a7fb-a1f3-425b-85cb-16f41ba44821" providerId="ADAL" clId="{BA0A20DE-4719-4C86-8CD6-FA01DAE0A720}" dt="2026-03-19T04:28:59.026" v="2426"/>
        <pc:sldMkLst>
          <pc:docMk/>
          <pc:sldMk cId="3339117042" sldId="270"/>
        </pc:sldMkLst>
        <pc:spChg chg="mod">
          <ac:chgData name="Isaac George Smith" userId="f563a7fb-a1f3-425b-85cb-16f41ba44821" providerId="ADAL" clId="{BA0A20DE-4719-4C86-8CD6-FA01DAE0A720}" dt="2026-03-19T03:20:04.707" v="1446" actId="20577"/>
          <ac:spMkLst>
            <pc:docMk/>
            <pc:sldMk cId="3339117042" sldId="270"/>
            <ac:spMk id="3" creationId="{DF491C9B-8271-7D04-D490-1F114405604E}"/>
          </ac:spMkLst>
        </pc:spChg>
        <pc:spChg chg="del">
          <ac:chgData name="Isaac George Smith" userId="f563a7fb-a1f3-425b-85cb-16f41ba44821" providerId="ADAL" clId="{BA0A20DE-4719-4C86-8CD6-FA01DAE0A720}" dt="2026-03-19T03:32:03.252" v="2051"/>
          <ac:spMkLst>
            <pc:docMk/>
            <pc:sldMk cId="3339117042" sldId="270"/>
            <ac:spMk id="4" creationId="{2B4C3FBF-8729-33B3-3A8A-25EAF959EF9D}"/>
          </ac:spMkLst>
        </pc:spChg>
        <pc:picChg chg="add mod">
          <ac:chgData name="Isaac George Smith" userId="f563a7fb-a1f3-425b-85cb-16f41ba44821" providerId="ADAL" clId="{BA0A20DE-4719-4C86-8CD6-FA01DAE0A720}" dt="2026-03-19T03:32:03.252" v="2051"/>
          <ac:picMkLst>
            <pc:docMk/>
            <pc:sldMk cId="3339117042" sldId="270"/>
            <ac:picMk id="6" creationId="{C037AEC5-9E05-1FA6-00F7-12A1353EA0B7}"/>
          </ac:picMkLst>
        </pc:picChg>
        <pc:picChg chg="add del mod">
          <ac:chgData name="Isaac George Smith" userId="f563a7fb-a1f3-425b-85cb-16f41ba44821" providerId="ADAL" clId="{BA0A20DE-4719-4C86-8CD6-FA01DAE0A720}" dt="2026-03-19T04:28:59.026" v="2426"/>
          <ac:picMkLst>
            <pc:docMk/>
            <pc:sldMk cId="3339117042" sldId="270"/>
            <ac:picMk id="8" creationId="{C02B4A2F-951E-8CB9-3C38-4D338162DA53}"/>
          </ac:picMkLst>
        </pc:picChg>
      </pc:sldChg>
      <pc:sldChg chg="addSp delSp modSp mod modTransition modAnim">
        <pc:chgData name="Isaac George Smith" userId="f563a7fb-a1f3-425b-85cb-16f41ba44821" providerId="ADAL" clId="{BA0A20DE-4719-4C86-8CD6-FA01DAE0A720}" dt="2026-03-19T04:28:59.026" v="2426"/>
        <pc:sldMkLst>
          <pc:docMk/>
          <pc:sldMk cId="3021484612" sldId="271"/>
        </pc:sldMkLst>
        <pc:spChg chg="mod">
          <ac:chgData name="Isaac George Smith" userId="f563a7fb-a1f3-425b-85cb-16f41ba44821" providerId="ADAL" clId="{BA0A20DE-4719-4C86-8CD6-FA01DAE0A720}" dt="2026-03-19T02:55:13.976" v="134" actId="20577"/>
          <ac:spMkLst>
            <pc:docMk/>
            <pc:sldMk cId="3021484612" sldId="271"/>
            <ac:spMk id="3" creationId="{ED19073D-C1FC-E6C1-E6DB-D2910D1A80E8}"/>
          </ac:spMkLst>
        </pc:spChg>
        <pc:spChg chg="del mod">
          <ac:chgData name="Isaac George Smith" userId="f563a7fb-a1f3-425b-85cb-16f41ba44821" providerId="ADAL" clId="{BA0A20DE-4719-4C86-8CD6-FA01DAE0A720}" dt="2026-03-19T03:16:53.596" v="1168"/>
          <ac:spMkLst>
            <pc:docMk/>
            <pc:sldMk cId="3021484612" sldId="271"/>
            <ac:spMk id="4" creationId="{FADFD425-208F-1290-E432-741571D6154E}"/>
          </ac:spMkLst>
        </pc:spChg>
        <pc:spChg chg="add mod">
          <ac:chgData name="Isaac George Smith" userId="f563a7fb-a1f3-425b-85cb-16f41ba44821" providerId="ADAL" clId="{BA0A20DE-4719-4C86-8CD6-FA01DAE0A720}" dt="2026-03-19T03:18:15.739" v="1203" actId="1076"/>
          <ac:spMkLst>
            <pc:docMk/>
            <pc:sldMk cId="3021484612" sldId="271"/>
            <ac:spMk id="6" creationId="{2B7074BB-BF22-DA7F-0330-8A23DF7299D9}"/>
          </ac:spMkLst>
        </pc:spChg>
        <pc:picChg chg="add del mod">
          <ac:chgData name="Isaac George Smith" userId="f563a7fb-a1f3-425b-85cb-16f41ba44821" providerId="ADAL" clId="{BA0A20DE-4719-4C86-8CD6-FA01DAE0A720}" dt="2026-03-19T04:28:59.026" v="2426"/>
          <ac:picMkLst>
            <pc:docMk/>
            <pc:sldMk cId="3021484612" sldId="271"/>
            <ac:picMk id="10" creationId="{7BDB95CC-DD04-D005-2246-E6559B01B3E4}"/>
          </ac:picMkLst>
        </pc:picChg>
        <pc:picChg chg="add mod">
          <ac:chgData name="Isaac George Smith" userId="f563a7fb-a1f3-425b-85cb-16f41ba44821" providerId="ADAL" clId="{BA0A20DE-4719-4C86-8CD6-FA01DAE0A720}" dt="2026-03-19T03:17:01.279" v="1170" actId="1076"/>
          <ac:picMkLst>
            <pc:docMk/>
            <pc:sldMk cId="3021484612" sldId="271"/>
            <ac:picMk id="1026" creationId="{E0953582-1418-AC33-34D6-5AF7F377592B}"/>
          </ac:picMkLst>
        </pc:picChg>
      </pc:sldChg>
      <pc:sldChg chg="addSp delSp modSp del mod">
        <pc:chgData name="Isaac George Smith" userId="f563a7fb-a1f3-425b-85cb-16f41ba44821" providerId="ADAL" clId="{BA0A20DE-4719-4C86-8CD6-FA01DAE0A720}" dt="2026-03-19T03:59:27.068" v="2410" actId="47"/>
        <pc:sldMkLst>
          <pc:docMk/>
          <pc:sldMk cId="712432679" sldId="272"/>
        </pc:sldMkLst>
        <pc:spChg chg="mod">
          <ac:chgData name="Isaac George Smith" userId="f563a7fb-a1f3-425b-85cb-16f41ba44821" providerId="ADAL" clId="{BA0A20DE-4719-4C86-8CD6-FA01DAE0A720}" dt="2026-03-19T03:22:34.794" v="1776" actId="20577"/>
          <ac:spMkLst>
            <pc:docMk/>
            <pc:sldMk cId="712432679" sldId="272"/>
            <ac:spMk id="3" creationId="{CE16FCB9-63B8-3D14-144E-5EAF391AD475}"/>
          </ac:spMkLst>
        </pc:spChg>
        <pc:spChg chg="del">
          <ac:chgData name="Isaac George Smith" userId="f563a7fb-a1f3-425b-85cb-16f41ba44821" providerId="ADAL" clId="{BA0A20DE-4719-4C86-8CD6-FA01DAE0A720}" dt="2026-03-19T03:22:09.714" v="1679"/>
          <ac:spMkLst>
            <pc:docMk/>
            <pc:sldMk cId="712432679" sldId="272"/>
            <ac:spMk id="4" creationId="{BD3CB8F5-86C5-A20D-5C1C-EF98CF37FED2}"/>
          </ac:spMkLst>
        </pc:spChg>
        <pc:picChg chg="add mod">
          <ac:chgData name="Isaac George Smith" userId="f563a7fb-a1f3-425b-85cb-16f41ba44821" providerId="ADAL" clId="{BA0A20DE-4719-4C86-8CD6-FA01DAE0A720}" dt="2026-03-19T03:22:09.714" v="1679"/>
          <ac:picMkLst>
            <pc:docMk/>
            <pc:sldMk cId="712432679" sldId="272"/>
            <ac:picMk id="6" creationId="{30C9D79A-1810-C2EE-8A78-BD46DC2D5C8C}"/>
          </ac:picMkLst>
        </pc:picChg>
      </pc:sldChg>
      <pc:sldChg chg="addSp delSp modSp mod modTransition modAnim">
        <pc:chgData name="Isaac George Smith" userId="f563a7fb-a1f3-425b-85cb-16f41ba44821" providerId="ADAL" clId="{BA0A20DE-4719-4C86-8CD6-FA01DAE0A720}" dt="2026-03-19T04:28:59.026" v="2426"/>
        <pc:sldMkLst>
          <pc:docMk/>
          <pc:sldMk cId="4189360885" sldId="273"/>
        </pc:sldMkLst>
        <pc:spChg chg="add del mod">
          <ac:chgData name="Isaac George Smith" userId="f563a7fb-a1f3-425b-85cb-16f41ba44821" providerId="ADAL" clId="{BA0A20DE-4719-4C86-8CD6-FA01DAE0A720}" dt="2026-03-19T03:38:43.479" v="2199"/>
          <ac:spMkLst>
            <pc:docMk/>
            <pc:sldMk cId="4189360885" sldId="273"/>
            <ac:spMk id="3" creationId="{2E8E100D-02F5-2EF4-EAF8-E5712C4DCE62}"/>
          </ac:spMkLst>
        </pc:spChg>
        <pc:spChg chg="mod">
          <ac:chgData name="Isaac George Smith" userId="f563a7fb-a1f3-425b-85cb-16f41ba44821" providerId="ADAL" clId="{BA0A20DE-4719-4C86-8CD6-FA01DAE0A720}" dt="2026-03-19T03:32:59.323" v="2164" actId="20577"/>
          <ac:spMkLst>
            <pc:docMk/>
            <pc:sldMk cId="4189360885" sldId="273"/>
            <ac:spMk id="6" creationId="{2389ACE7-19F5-658D-F343-BEDF3DFE07C9}"/>
          </ac:spMkLst>
        </pc:spChg>
        <pc:spChg chg="del">
          <ac:chgData name="Isaac George Smith" userId="f563a7fb-a1f3-425b-85cb-16f41ba44821" providerId="ADAL" clId="{BA0A20DE-4719-4C86-8CD6-FA01DAE0A720}" dt="2026-03-19T03:38:04.450" v="2197"/>
          <ac:spMkLst>
            <pc:docMk/>
            <pc:sldMk cId="4189360885" sldId="273"/>
            <ac:spMk id="7" creationId="{A56B8CE5-A7BA-2355-3D7F-4918136C19C7}"/>
          </ac:spMkLst>
        </pc:spChg>
        <pc:picChg chg="add del mod">
          <ac:chgData name="Isaac George Smith" userId="f563a7fb-a1f3-425b-85cb-16f41ba44821" providerId="ADAL" clId="{BA0A20DE-4719-4C86-8CD6-FA01DAE0A720}" dt="2026-03-19T04:28:59.026" v="2426"/>
          <ac:picMkLst>
            <pc:docMk/>
            <pc:sldMk cId="4189360885" sldId="273"/>
            <ac:picMk id="8" creationId="{3E5508BF-2C4A-9E2F-C9C9-4EA7DDCB99FE}"/>
          </ac:picMkLst>
        </pc:picChg>
        <pc:picChg chg="add del mod">
          <ac:chgData name="Isaac George Smith" userId="f563a7fb-a1f3-425b-85cb-16f41ba44821" providerId="ADAL" clId="{BA0A20DE-4719-4C86-8CD6-FA01DAE0A720}" dt="2026-03-19T03:38:42.055" v="2198" actId="478"/>
          <ac:picMkLst>
            <pc:docMk/>
            <pc:sldMk cId="4189360885" sldId="273"/>
            <ac:picMk id="5122" creationId="{C6A8144C-64FC-D63E-24B0-8E7247C74A4B}"/>
          </ac:picMkLst>
        </pc:picChg>
        <pc:picChg chg="add mod">
          <ac:chgData name="Isaac George Smith" userId="f563a7fb-a1f3-425b-85cb-16f41ba44821" providerId="ADAL" clId="{BA0A20DE-4719-4C86-8CD6-FA01DAE0A720}" dt="2026-03-19T03:38:43.479" v="2199"/>
          <ac:picMkLst>
            <pc:docMk/>
            <pc:sldMk cId="4189360885" sldId="273"/>
            <ac:picMk id="5124" creationId="{F385516F-76FD-97C3-0303-DF5567B51B43}"/>
          </ac:picMkLst>
        </pc:picChg>
      </pc:sldChg>
      <pc:sldChg chg="addSp delSp modSp del mod">
        <pc:chgData name="Isaac George Smith" userId="f563a7fb-a1f3-425b-85cb-16f41ba44821" providerId="ADAL" clId="{BA0A20DE-4719-4C86-8CD6-FA01DAE0A720}" dt="2026-03-19T03:24:54.038" v="1808" actId="47"/>
        <pc:sldMkLst>
          <pc:docMk/>
          <pc:sldMk cId="1739140153" sldId="274"/>
        </pc:sldMkLst>
        <pc:spChg chg="mod">
          <ac:chgData name="Isaac George Smith" userId="f563a7fb-a1f3-425b-85cb-16f41ba44821" providerId="ADAL" clId="{BA0A20DE-4719-4C86-8CD6-FA01DAE0A720}" dt="2026-03-19T03:19:24.210" v="1264" actId="20577"/>
          <ac:spMkLst>
            <pc:docMk/>
            <pc:sldMk cId="1739140153" sldId="274"/>
            <ac:spMk id="3" creationId="{DF2B24F6-E6F7-0D46-2D23-BC063B5FDFE0}"/>
          </ac:spMkLst>
        </pc:spChg>
        <pc:spChg chg="del">
          <ac:chgData name="Isaac George Smith" userId="f563a7fb-a1f3-425b-85cb-16f41ba44821" providerId="ADAL" clId="{BA0A20DE-4719-4C86-8CD6-FA01DAE0A720}" dt="2026-03-19T03:02:04.450" v="256" actId="22"/>
          <ac:spMkLst>
            <pc:docMk/>
            <pc:sldMk cId="1739140153" sldId="274"/>
            <ac:spMk id="4" creationId="{191057F3-1695-CD93-E454-61CEB7A261E8}"/>
          </ac:spMkLst>
        </pc:spChg>
        <pc:spChg chg="add del mod">
          <ac:chgData name="Isaac George Smith" userId="f563a7fb-a1f3-425b-85cb-16f41ba44821" providerId="ADAL" clId="{BA0A20DE-4719-4C86-8CD6-FA01DAE0A720}" dt="2026-03-19T03:23:11.583" v="1777" actId="478"/>
          <ac:spMkLst>
            <pc:docMk/>
            <pc:sldMk cId="1739140153" sldId="274"/>
            <ac:spMk id="11" creationId="{4DF3ED0C-495F-9922-1741-6EC8CE23EE47}"/>
          </ac:spMkLst>
        </pc:spChg>
        <pc:picChg chg="add del mod ord">
          <ac:chgData name="Isaac George Smith" userId="f563a7fb-a1f3-425b-85cb-16f41ba44821" providerId="ADAL" clId="{BA0A20DE-4719-4C86-8CD6-FA01DAE0A720}" dt="2026-03-19T03:19:01.618" v="1208" actId="478"/>
          <ac:picMkLst>
            <pc:docMk/>
            <pc:sldMk cId="1739140153" sldId="274"/>
            <ac:picMk id="7" creationId="{8BF4CD17-187F-BB31-3DC6-4A2AA3BEBD77}"/>
          </ac:picMkLst>
        </pc:picChg>
        <pc:picChg chg="add mod">
          <ac:chgData name="Isaac George Smith" userId="f563a7fb-a1f3-425b-85cb-16f41ba44821" providerId="ADAL" clId="{BA0A20DE-4719-4C86-8CD6-FA01DAE0A720}" dt="2026-03-19T03:19:26.740" v="1265" actId="1076"/>
          <ac:picMkLst>
            <pc:docMk/>
            <pc:sldMk cId="1739140153" sldId="274"/>
            <ac:picMk id="9" creationId="{07F23F83-10FA-9F24-E821-6ED012259437}"/>
          </ac:picMkLst>
        </pc:picChg>
      </pc:sldChg>
      <pc:sldChg chg="addSp delSp modSp mod modTransition modAnim">
        <pc:chgData name="Isaac George Smith" userId="f563a7fb-a1f3-425b-85cb-16f41ba44821" providerId="ADAL" clId="{BA0A20DE-4719-4C86-8CD6-FA01DAE0A720}" dt="2026-03-19T04:28:59.026" v="2426"/>
        <pc:sldMkLst>
          <pc:docMk/>
          <pc:sldMk cId="3238321830" sldId="275"/>
        </pc:sldMkLst>
        <pc:spChg chg="mod">
          <ac:chgData name="Isaac George Smith" userId="f563a7fb-a1f3-425b-85cb-16f41ba44821" providerId="ADAL" clId="{BA0A20DE-4719-4C86-8CD6-FA01DAE0A720}" dt="2026-03-19T02:57:07.743" v="142" actId="120"/>
          <ac:spMkLst>
            <pc:docMk/>
            <pc:sldMk cId="3238321830" sldId="275"/>
            <ac:spMk id="2" creationId="{5FB2F203-6F4D-2D53-49AF-872602CF8F3D}"/>
          </ac:spMkLst>
        </pc:spChg>
        <pc:spChg chg="mod">
          <ac:chgData name="Isaac George Smith" userId="f563a7fb-a1f3-425b-85cb-16f41ba44821" providerId="ADAL" clId="{BA0A20DE-4719-4C86-8CD6-FA01DAE0A720}" dt="2026-03-19T03:10:07.262" v="797" actId="20577"/>
          <ac:spMkLst>
            <pc:docMk/>
            <pc:sldMk cId="3238321830" sldId="275"/>
            <ac:spMk id="3" creationId="{988D5720-718F-7670-89E3-F4EAE1EA35E7}"/>
          </ac:spMkLst>
        </pc:spChg>
        <pc:spChg chg="del">
          <ac:chgData name="Isaac George Smith" userId="f563a7fb-a1f3-425b-85cb-16f41ba44821" providerId="ADAL" clId="{BA0A20DE-4719-4C86-8CD6-FA01DAE0A720}" dt="2026-03-19T02:56:51.369" v="136" actId="478"/>
          <ac:spMkLst>
            <pc:docMk/>
            <pc:sldMk cId="3238321830" sldId="275"/>
            <ac:spMk id="4" creationId="{90340A47-6C6F-4404-575A-2A3581B2F855}"/>
          </ac:spMkLst>
        </pc:spChg>
        <pc:spChg chg="add mod">
          <ac:chgData name="Isaac George Smith" userId="f563a7fb-a1f3-425b-85cb-16f41ba44821" providerId="ADAL" clId="{BA0A20DE-4719-4C86-8CD6-FA01DAE0A720}" dt="2026-03-19T02:56:45.245" v="135"/>
          <ac:spMkLst>
            <pc:docMk/>
            <pc:sldMk cId="3238321830" sldId="275"/>
            <ac:spMk id="9" creationId="{AA01077F-A20F-2B75-545C-5FD4D1F04E44}"/>
          </ac:spMkLst>
        </pc:spChg>
        <pc:spChg chg="add mod">
          <ac:chgData name="Isaac George Smith" userId="f563a7fb-a1f3-425b-85cb-16f41ba44821" providerId="ADAL" clId="{BA0A20DE-4719-4C86-8CD6-FA01DAE0A720}" dt="2026-03-19T02:56:45.245" v="135"/>
          <ac:spMkLst>
            <pc:docMk/>
            <pc:sldMk cId="3238321830" sldId="275"/>
            <ac:spMk id="10" creationId="{C4C35323-D920-AA55-DC63-DDCC117A2152}"/>
          </ac:spMkLst>
        </pc:spChg>
        <pc:spChg chg="add mod">
          <ac:chgData name="Isaac George Smith" userId="f563a7fb-a1f3-425b-85cb-16f41ba44821" providerId="ADAL" clId="{BA0A20DE-4719-4C86-8CD6-FA01DAE0A720}" dt="2026-03-19T02:56:45.245" v="135"/>
          <ac:spMkLst>
            <pc:docMk/>
            <pc:sldMk cId="3238321830" sldId="275"/>
            <ac:spMk id="13" creationId="{EA823C29-0E58-4BB2-3DFD-1124ECC7A1B6}"/>
          </ac:spMkLst>
        </pc:spChg>
        <pc:spChg chg="add mod">
          <ac:chgData name="Isaac George Smith" userId="f563a7fb-a1f3-425b-85cb-16f41ba44821" providerId="ADAL" clId="{BA0A20DE-4719-4C86-8CD6-FA01DAE0A720}" dt="2026-03-19T02:56:45.245" v="135"/>
          <ac:spMkLst>
            <pc:docMk/>
            <pc:sldMk cId="3238321830" sldId="275"/>
            <ac:spMk id="16" creationId="{0F85FA5D-D2D4-C470-F660-30DD24164A9C}"/>
          </ac:spMkLst>
        </pc:spChg>
        <pc:spChg chg="add mod">
          <ac:chgData name="Isaac George Smith" userId="f563a7fb-a1f3-425b-85cb-16f41ba44821" providerId="ADAL" clId="{BA0A20DE-4719-4C86-8CD6-FA01DAE0A720}" dt="2026-03-19T02:56:45.245" v="135"/>
          <ac:spMkLst>
            <pc:docMk/>
            <pc:sldMk cId="3238321830" sldId="275"/>
            <ac:spMk id="18" creationId="{7A14667A-8DE0-A280-723F-5FDA18AE7488}"/>
          </ac:spMkLst>
        </pc:spChg>
        <pc:spChg chg="add mod">
          <ac:chgData name="Isaac George Smith" userId="f563a7fb-a1f3-425b-85cb-16f41ba44821" providerId="ADAL" clId="{BA0A20DE-4719-4C86-8CD6-FA01DAE0A720}" dt="2026-03-19T02:56:45.245" v="135"/>
          <ac:spMkLst>
            <pc:docMk/>
            <pc:sldMk cId="3238321830" sldId="275"/>
            <ac:spMk id="20" creationId="{2D385B5A-BEE0-8248-5872-F2CE34189196}"/>
          </ac:spMkLst>
        </pc:spChg>
        <pc:spChg chg="add mod">
          <ac:chgData name="Isaac George Smith" userId="f563a7fb-a1f3-425b-85cb-16f41ba44821" providerId="ADAL" clId="{BA0A20DE-4719-4C86-8CD6-FA01DAE0A720}" dt="2026-03-19T02:56:45.245" v="135"/>
          <ac:spMkLst>
            <pc:docMk/>
            <pc:sldMk cId="3238321830" sldId="275"/>
            <ac:spMk id="25" creationId="{BB477869-4C19-CD3E-FFC0-EAAD657804BB}"/>
          </ac:spMkLst>
        </pc:spChg>
        <pc:spChg chg="add mod">
          <ac:chgData name="Isaac George Smith" userId="f563a7fb-a1f3-425b-85cb-16f41ba44821" providerId="ADAL" clId="{BA0A20DE-4719-4C86-8CD6-FA01DAE0A720}" dt="2026-03-19T02:56:45.245" v="135"/>
          <ac:spMkLst>
            <pc:docMk/>
            <pc:sldMk cId="3238321830" sldId="275"/>
            <ac:spMk id="27" creationId="{0C74045A-1BEB-D569-D848-89F9C07054FB}"/>
          </ac:spMkLst>
        </pc:spChg>
        <pc:spChg chg="add mod">
          <ac:chgData name="Isaac George Smith" userId="f563a7fb-a1f3-425b-85cb-16f41ba44821" providerId="ADAL" clId="{BA0A20DE-4719-4C86-8CD6-FA01DAE0A720}" dt="2026-03-19T02:56:45.245" v="135"/>
          <ac:spMkLst>
            <pc:docMk/>
            <pc:sldMk cId="3238321830" sldId="275"/>
            <ac:spMk id="28" creationId="{E7DD523F-A7B1-D789-5160-93DDF4C24271}"/>
          </ac:spMkLst>
        </pc:spChg>
        <pc:spChg chg="add mod">
          <ac:chgData name="Isaac George Smith" userId="f563a7fb-a1f3-425b-85cb-16f41ba44821" providerId="ADAL" clId="{BA0A20DE-4719-4C86-8CD6-FA01DAE0A720}" dt="2026-03-19T02:56:45.245" v="135"/>
          <ac:spMkLst>
            <pc:docMk/>
            <pc:sldMk cId="3238321830" sldId="275"/>
            <ac:spMk id="29" creationId="{1CD282F5-05B8-9C0B-24DF-FEB86A65358E}"/>
          </ac:spMkLst>
        </pc:spChg>
        <pc:spChg chg="add mod">
          <ac:chgData name="Isaac George Smith" userId="f563a7fb-a1f3-425b-85cb-16f41ba44821" providerId="ADAL" clId="{BA0A20DE-4719-4C86-8CD6-FA01DAE0A720}" dt="2026-03-19T02:57:04.606" v="141" actId="1076"/>
          <ac:spMkLst>
            <pc:docMk/>
            <pc:sldMk cId="3238321830" sldId="275"/>
            <ac:spMk id="30" creationId="{518BEC02-2937-7E15-E9DF-C7FC27F805BE}"/>
          </ac:spMkLst>
        </pc:spChg>
        <pc:spChg chg="add mod">
          <ac:chgData name="Isaac George Smith" userId="f563a7fb-a1f3-425b-85cb-16f41ba44821" providerId="ADAL" clId="{BA0A20DE-4719-4C86-8CD6-FA01DAE0A720}" dt="2026-03-19T02:57:04.606" v="141" actId="1076"/>
          <ac:spMkLst>
            <pc:docMk/>
            <pc:sldMk cId="3238321830" sldId="275"/>
            <ac:spMk id="32" creationId="{FDAACE53-99B1-DAE6-8538-2B80382F6D1D}"/>
          </ac:spMkLst>
        </pc:spChg>
        <pc:spChg chg="add mod">
          <ac:chgData name="Isaac George Smith" userId="f563a7fb-a1f3-425b-85cb-16f41ba44821" providerId="ADAL" clId="{BA0A20DE-4719-4C86-8CD6-FA01DAE0A720}" dt="2026-03-19T02:57:04.606" v="141" actId="1076"/>
          <ac:spMkLst>
            <pc:docMk/>
            <pc:sldMk cId="3238321830" sldId="275"/>
            <ac:spMk id="35" creationId="{3B3CD458-656A-F27A-9C0E-6366D0ABAC1A}"/>
          </ac:spMkLst>
        </pc:spChg>
        <pc:spChg chg="add mod">
          <ac:chgData name="Isaac George Smith" userId="f563a7fb-a1f3-425b-85cb-16f41ba44821" providerId="ADAL" clId="{BA0A20DE-4719-4C86-8CD6-FA01DAE0A720}" dt="2026-03-19T02:57:04.606" v="141" actId="1076"/>
          <ac:spMkLst>
            <pc:docMk/>
            <pc:sldMk cId="3238321830" sldId="275"/>
            <ac:spMk id="37" creationId="{29E5C671-171E-9DF5-0634-D510EB0797F3}"/>
          </ac:spMkLst>
        </pc:spChg>
        <pc:spChg chg="add mod">
          <ac:chgData name="Isaac George Smith" userId="f563a7fb-a1f3-425b-85cb-16f41ba44821" providerId="ADAL" clId="{BA0A20DE-4719-4C86-8CD6-FA01DAE0A720}" dt="2026-03-19T02:57:04.606" v="141" actId="1076"/>
          <ac:spMkLst>
            <pc:docMk/>
            <pc:sldMk cId="3238321830" sldId="275"/>
            <ac:spMk id="41" creationId="{8A30EA9B-B7A5-8D90-2279-AB284A2986A2}"/>
          </ac:spMkLst>
        </pc:spChg>
        <pc:spChg chg="add mod">
          <ac:chgData name="Isaac George Smith" userId="f563a7fb-a1f3-425b-85cb-16f41ba44821" providerId="ADAL" clId="{BA0A20DE-4719-4C86-8CD6-FA01DAE0A720}" dt="2026-03-19T02:57:04.606" v="141" actId="1076"/>
          <ac:spMkLst>
            <pc:docMk/>
            <pc:sldMk cId="3238321830" sldId="275"/>
            <ac:spMk id="42" creationId="{8C4DF169-ABF2-395E-C4F3-9AA5CE0D9A8E}"/>
          </ac:spMkLst>
        </pc:spChg>
        <pc:spChg chg="add mod">
          <ac:chgData name="Isaac George Smith" userId="f563a7fb-a1f3-425b-85cb-16f41ba44821" providerId="ADAL" clId="{BA0A20DE-4719-4C86-8CD6-FA01DAE0A720}" dt="2026-03-19T02:57:04.606" v="141" actId="1076"/>
          <ac:spMkLst>
            <pc:docMk/>
            <pc:sldMk cId="3238321830" sldId="275"/>
            <ac:spMk id="43" creationId="{13E6F248-3346-005E-3E81-299150B39D5A}"/>
          </ac:spMkLst>
        </pc:spChg>
        <pc:spChg chg="add mod">
          <ac:chgData name="Isaac George Smith" userId="f563a7fb-a1f3-425b-85cb-16f41ba44821" providerId="ADAL" clId="{BA0A20DE-4719-4C86-8CD6-FA01DAE0A720}" dt="2026-03-19T02:57:04.606" v="141" actId="1076"/>
          <ac:spMkLst>
            <pc:docMk/>
            <pc:sldMk cId="3238321830" sldId="275"/>
            <ac:spMk id="44" creationId="{8B02DE86-E821-E85C-489B-EC78B0B94D11}"/>
          </ac:spMkLst>
        </pc:spChg>
        <pc:spChg chg="add mod">
          <ac:chgData name="Isaac George Smith" userId="f563a7fb-a1f3-425b-85cb-16f41ba44821" providerId="ADAL" clId="{BA0A20DE-4719-4C86-8CD6-FA01DAE0A720}" dt="2026-03-19T02:57:04.606" v="141" actId="1076"/>
          <ac:spMkLst>
            <pc:docMk/>
            <pc:sldMk cId="3238321830" sldId="275"/>
            <ac:spMk id="46" creationId="{B135704E-E66B-9B22-689B-E174527255DF}"/>
          </ac:spMkLst>
        </pc:spChg>
        <pc:spChg chg="add mod">
          <ac:chgData name="Isaac George Smith" userId="f563a7fb-a1f3-425b-85cb-16f41ba44821" providerId="ADAL" clId="{BA0A20DE-4719-4C86-8CD6-FA01DAE0A720}" dt="2026-03-19T02:57:04.606" v="141" actId="1076"/>
          <ac:spMkLst>
            <pc:docMk/>
            <pc:sldMk cId="3238321830" sldId="275"/>
            <ac:spMk id="53" creationId="{C6D729FF-1677-AF59-DD15-D2FEF45628F3}"/>
          </ac:spMkLst>
        </pc:spChg>
        <pc:picChg chg="add del mod">
          <ac:chgData name="Isaac George Smith" userId="f563a7fb-a1f3-425b-85cb-16f41ba44821" providerId="ADAL" clId="{BA0A20DE-4719-4C86-8CD6-FA01DAE0A720}" dt="2026-03-19T04:28:59.026" v="2426"/>
          <ac:picMkLst>
            <pc:docMk/>
            <pc:sldMk cId="3238321830" sldId="275"/>
            <ac:picMk id="55" creationId="{FF8E5F7F-E1C4-EA9D-5F65-FB8CDE057B42}"/>
          </ac:picMkLst>
        </pc:picChg>
      </pc:sldChg>
      <pc:sldChg chg="modSp del mod">
        <pc:chgData name="Isaac George Smith" userId="f563a7fb-a1f3-425b-85cb-16f41ba44821" providerId="ADAL" clId="{BA0A20DE-4719-4C86-8CD6-FA01DAE0A720}" dt="2026-03-19T03:08:44.786" v="463" actId="47"/>
        <pc:sldMkLst>
          <pc:docMk/>
          <pc:sldMk cId="1734938761" sldId="276"/>
        </pc:sldMkLst>
        <pc:spChg chg="mod">
          <ac:chgData name="Isaac George Smith" userId="f563a7fb-a1f3-425b-85cb-16f41ba44821" providerId="ADAL" clId="{BA0A20DE-4719-4C86-8CD6-FA01DAE0A720}" dt="2026-03-19T01:48:38.056" v="36" actId="20577"/>
          <ac:spMkLst>
            <pc:docMk/>
            <pc:sldMk cId="1734938761" sldId="276"/>
            <ac:spMk id="3" creationId="{4FE797C6-DDF5-A401-7BC8-77B9BDEBE196}"/>
          </ac:spMkLst>
        </pc:spChg>
        <pc:spChg chg="mod">
          <ac:chgData name="Isaac George Smith" userId="f563a7fb-a1f3-425b-85cb-16f41ba44821" providerId="ADAL" clId="{BA0A20DE-4719-4C86-8CD6-FA01DAE0A720}" dt="2026-03-19T01:48:33.457" v="17" actId="27636"/>
          <ac:spMkLst>
            <pc:docMk/>
            <pc:sldMk cId="1734938761" sldId="276"/>
            <ac:spMk id="4" creationId="{4F7BC3A7-3E32-5667-BFB6-05EAFFFC7140}"/>
          </ac:spMkLst>
        </pc:spChg>
      </pc:sldChg>
      <pc:sldChg chg="addSp delSp modSp mod ord modTransition modAnim">
        <pc:chgData name="Isaac George Smith" userId="f563a7fb-a1f3-425b-85cb-16f41ba44821" providerId="ADAL" clId="{BA0A20DE-4719-4C86-8CD6-FA01DAE0A720}" dt="2026-03-19T04:28:59.026" v="2426"/>
        <pc:sldMkLst>
          <pc:docMk/>
          <pc:sldMk cId="1149707740" sldId="277"/>
        </pc:sldMkLst>
        <pc:spChg chg="mod">
          <ac:chgData name="Isaac George Smith" userId="f563a7fb-a1f3-425b-85cb-16f41ba44821" providerId="ADAL" clId="{BA0A20DE-4719-4C86-8CD6-FA01DAE0A720}" dt="2026-03-19T02:07:23.187" v="54" actId="20577"/>
          <ac:spMkLst>
            <pc:docMk/>
            <pc:sldMk cId="1149707740" sldId="277"/>
            <ac:spMk id="2" creationId="{8D866D8F-FA4D-4856-ADA9-FCE5E0D96D52}"/>
          </ac:spMkLst>
        </pc:spChg>
        <pc:spChg chg="mod">
          <ac:chgData name="Isaac George Smith" userId="f563a7fb-a1f3-425b-85cb-16f41ba44821" providerId="ADAL" clId="{BA0A20DE-4719-4C86-8CD6-FA01DAE0A720}" dt="2026-03-19T03:21:17.887" v="1676" actId="20577"/>
          <ac:spMkLst>
            <pc:docMk/>
            <pc:sldMk cId="1149707740" sldId="277"/>
            <ac:spMk id="3" creationId="{4B585909-1C23-80E1-F674-A5D1C46E5695}"/>
          </ac:spMkLst>
        </pc:spChg>
        <pc:picChg chg="add del mod">
          <ac:chgData name="Isaac George Smith" userId="f563a7fb-a1f3-425b-85cb-16f41ba44821" providerId="ADAL" clId="{BA0A20DE-4719-4C86-8CD6-FA01DAE0A720}" dt="2026-03-19T04:28:59.026" v="2426"/>
          <ac:picMkLst>
            <pc:docMk/>
            <pc:sldMk cId="1149707740" sldId="277"/>
            <ac:picMk id="6" creationId="{DE95C73B-28AD-D685-82D8-6D96F051EF85}"/>
          </ac:picMkLst>
        </pc:picChg>
      </pc:sldChg>
      <pc:sldChg chg="addSp delSp modSp mod modTransition modAnim">
        <pc:chgData name="Isaac George Smith" userId="f563a7fb-a1f3-425b-85cb-16f41ba44821" providerId="ADAL" clId="{BA0A20DE-4719-4C86-8CD6-FA01DAE0A720}" dt="2026-03-19T04:28:59.026" v="2426"/>
        <pc:sldMkLst>
          <pc:docMk/>
          <pc:sldMk cId="125400653" sldId="278"/>
        </pc:sldMkLst>
        <pc:spChg chg="add del mod">
          <ac:chgData name="Isaac George Smith" userId="f563a7fb-a1f3-425b-85cb-16f41ba44821" providerId="ADAL" clId="{BA0A20DE-4719-4C86-8CD6-FA01DAE0A720}" dt="2026-03-19T03:34:06.164" v="2196"/>
          <ac:spMkLst>
            <pc:docMk/>
            <pc:sldMk cId="125400653" sldId="278"/>
            <ac:spMk id="3" creationId="{C587D0A4-621F-4161-5DD3-E8AF5B5463A7}"/>
          </ac:spMkLst>
        </pc:spChg>
        <pc:picChg chg="add mod">
          <ac:chgData name="Isaac George Smith" userId="f563a7fb-a1f3-425b-85cb-16f41ba44821" providerId="ADAL" clId="{BA0A20DE-4719-4C86-8CD6-FA01DAE0A720}" dt="2026-03-19T03:34:05.159" v="2195"/>
          <ac:picMkLst>
            <pc:docMk/>
            <pc:sldMk cId="125400653" sldId="278"/>
            <ac:picMk id="6" creationId="{268EB42E-3CC1-2694-AB5C-8CC74B82C9EE}"/>
          </ac:picMkLst>
        </pc:picChg>
        <pc:picChg chg="add mod">
          <ac:chgData name="Isaac George Smith" userId="f563a7fb-a1f3-425b-85cb-16f41ba44821" providerId="ADAL" clId="{BA0A20DE-4719-4C86-8CD6-FA01DAE0A720}" dt="2026-03-19T03:34:06.164" v="2196"/>
          <ac:picMkLst>
            <pc:docMk/>
            <pc:sldMk cId="125400653" sldId="278"/>
            <ac:picMk id="7" creationId="{EBBBDC40-741B-A368-4B1A-FD78CD258618}"/>
          </ac:picMkLst>
        </pc:picChg>
        <pc:picChg chg="add del mod">
          <ac:chgData name="Isaac George Smith" userId="f563a7fb-a1f3-425b-85cb-16f41ba44821" providerId="ADAL" clId="{BA0A20DE-4719-4C86-8CD6-FA01DAE0A720}" dt="2026-03-19T04:12:35.694" v="2419"/>
          <ac:picMkLst>
            <pc:docMk/>
            <pc:sldMk cId="125400653" sldId="278"/>
            <ac:picMk id="9" creationId="{3650A639-A847-EA14-0194-468BD1109C53}"/>
          </ac:picMkLst>
        </pc:picChg>
        <pc:picChg chg="add del mod ord">
          <ac:chgData name="Isaac George Smith" userId="f563a7fb-a1f3-425b-85cb-16f41ba44821" providerId="ADAL" clId="{BA0A20DE-4719-4C86-8CD6-FA01DAE0A720}" dt="2026-03-19T04:12:50.517" v="2420"/>
          <ac:picMkLst>
            <pc:docMk/>
            <pc:sldMk cId="125400653" sldId="278"/>
            <ac:picMk id="12" creationId="{E525A8BD-E2DF-C877-14FF-E4D81C317374}"/>
          </ac:picMkLst>
        </pc:picChg>
        <pc:picChg chg="add del mod">
          <ac:chgData name="Isaac George Smith" userId="f563a7fb-a1f3-425b-85cb-16f41ba44821" providerId="ADAL" clId="{BA0A20DE-4719-4C86-8CD6-FA01DAE0A720}" dt="2026-03-19T04:12:56.795" v="2422"/>
          <ac:picMkLst>
            <pc:docMk/>
            <pc:sldMk cId="125400653" sldId="278"/>
            <ac:picMk id="13" creationId="{463E6405-E65A-E05B-F579-BC9197FC1D05}"/>
          </ac:picMkLst>
        </pc:picChg>
        <pc:picChg chg="add del mod ord">
          <ac:chgData name="Isaac George Smith" userId="f563a7fb-a1f3-425b-85cb-16f41ba44821" providerId="ADAL" clId="{BA0A20DE-4719-4C86-8CD6-FA01DAE0A720}" dt="2026-03-19T04:14:04.567" v="2423"/>
          <ac:picMkLst>
            <pc:docMk/>
            <pc:sldMk cId="125400653" sldId="278"/>
            <ac:picMk id="16" creationId="{80A80BB5-3A46-BC7D-BE67-A112502A9849}"/>
          </ac:picMkLst>
        </pc:picChg>
        <pc:picChg chg="add del mod">
          <ac:chgData name="Isaac George Smith" userId="f563a7fb-a1f3-425b-85cb-16f41ba44821" providerId="ADAL" clId="{BA0A20DE-4719-4C86-8CD6-FA01DAE0A720}" dt="2026-03-19T04:28:59.026" v="2426"/>
          <ac:picMkLst>
            <pc:docMk/>
            <pc:sldMk cId="125400653" sldId="278"/>
            <ac:picMk id="17" creationId="{26E3C708-98D1-A255-39E6-4AAFDDC0839F}"/>
          </ac:picMkLst>
        </pc:picChg>
        <pc:picChg chg="del">
          <ac:chgData name="Isaac George Smith" userId="f563a7fb-a1f3-425b-85cb-16f41ba44821" providerId="ADAL" clId="{BA0A20DE-4719-4C86-8CD6-FA01DAE0A720}" dt="2026-03-19T03:34:02.732" v="2193" actId="478"/>
          <ac:picMkLst>
            <pc:docMk/>
            <pc:sldMk cId="125400653" sldId="278"/>
            <ac:picMk id="2050" creationId="{E9BACB54-631A-270F-61A8-F68306368230}"/>
          </ac:picMkLst>
        </pc:picChg>
      </pc:sldChg>
      <pc:sldChg chg="addSp delSp modSp mod modTransition modAnim">
        <pc:chgData name="Isaac George Smith" userId="f563a7fb-a1f3-425b-85cb-16f41ba44821" providerId="ADAL" clId="{BA0A20DE-4719-4C86-8CD6-FA01DAE0A720}" dt="2026-03-19T04:28:59.026" v="2426"/>
        <pc:sldMkLst>
          <pc:docMk/>
          <pc:sldMk cId="544039422" sldId="279"/>
        </pc:sldMkLst>
        <pc:spChg chg="mod">
          <ac:chgData name="Isaac George Smith" userId="f563a7fb-a1f3-425b-85cb-16f41ba44821" providerId="ADAL" clId="{BA0A20DE-4719-4C86-8CD6-FA01DAE0A720}" dt="2026-03-19T03:33:38.938" v="2192" actId="20577"/>
          <ac:spMkLst>
            <pc:docMk/>
            <pc:sldMk cId="544039422" sldId="279"/>
            <ac:spMk id="3" creationId="{4FEED01E-E0BA-C1A6-EF85-B7B8635343A3}"/>
          </ac:spMkLst>
        </pc:spChg>
        <pc:spChg chg="del">
          <ac:chgData name="Isaac George Smith" userId="f563a7fb-a1f3-425b-85cb-16f41ba44821" providerId="ADAL" clId="{BA0A20DE-4719-4C86-8CD6-FA01DAE0A720}" dt="2026-03-19T03:14:56.178" v="987"/>
          <ac:spMkLst>
            <pc:docMk/>
            <pc:sldMk cId="544039422" sldId="279"/>
            <ac:spMk id="4" creationId="{48489165-CA14-6EB3-0762-58BEA885EFDA}"/>
          </ac:spMkLst>
        </pc:spChg>
        <pc:picChg chg="add mod">
          <ac:chgData name="Isaac George Smith" userId="f563a7fb-a1f3-425b-85cb-16f41ba44821" providerId="ADAL" clId="{BA0A20DE-4719-4C86-8CD6-FA01DAE0A720}" dt="2026-03-19T03:14:56.178" v="987"/>
          <ac:picMkLst>
            <pc:docMk/>
            <pc:sldMk cId="544039422" sldId="279"/>
            <ac:picMk id="6" creationId="{6EF90A6C-60E7-667B-A065-AC908BFD3039}"/>
          </ac:picMkLst>
        </pc:picChg>
        <pc:picChg chg="add del mod">
          <ac:chgData name="Isaac George Smith" userId="f563a7fb-a1f3-425b-85cb-16f41ba44821" providerId="ADAL" clId="{BA0A20DE-4719-4C86-8CD6-FA01DAE0A720}" dt="2026-03-19T04:28:59.026" v="2426"/>
          <ac:picMkLst>
            <pc:docMk/>
            <pc:sldMk cId="544039422" sldId="279"/>
            <ac:picMk id="9" creationId="{655B313A-FB7D-DF60-0F78-C0265738CB20}"/>
          </ac:picMkLst>
        </pc:picChg>
      </pc:sldChg>
      <pc:sldChg chg="addSp delSp modSp modTransition modAnim">
        <pc:chgData name="Isaac George Smith" userId="f563a7fb-a1f3-425b-85cb-16f41ba44821" providerId="ADAL" clId="{BA0A20DE-4719-4C86-8CD6-FA01DAE0A720}" dt="2026-03-19T04:28:59.026" v="2426"/>
        <pc:sldMkLst>
          <pc:docMk/>
          <pc:sldMk cId="243680461" sldId="280"/>
        </pc:sldMkLst>
        <pc:picChg chg="add del mod">
          <ac:chgData name="Isaac George Smith" userId="f563a7fb-a1f3-425b-85cb-16f41ba44821" providerId="ADAL" clId="{BA0A20DE-4719-4C86-8CD6-FA01DAE0A720}" dt="2026-03-19T04:28:59.026" v="2426"/>
          <ac:picMkLst>
            <pc:docMk/>
            <pc:sldMk cId="243680461" sldId="280"/>
            <ac:picMk id="7" creationId="{17A15B72-DA91-F654-0F59-861A93AE5BDC}"/>
          </ac:picMkLst>
        </pc:picChg>
      </pc:sldChg>
      <pc:sldChg chg="del ord">
        <pc:chgData name="Isaac George Smith" userId="f563a7fb-a1f3-425b-85cb-16f41ba44821" providerId="ADAL" clId="{BA0A20DE-4719-4C86-8CD6-FA01DAE0A720}" dt="2026-03-19T04:28:55.210" v="2425" actId="47"/>
        <pc:sldMkLst>
          <pc:docMk/>
          <pc:sldMk cId="318965693" sldId="281"/>
        </pc:sldMkLst>
      </pc:sldChg>
      <pc:sldChg chg="addSp delSp modSp add mod modTransition modAnim">
        <pc:chgData name="Isaac George Smith" userId="f563a7fb-a1f3-425b-85cb-16f41ba44821" providerId="ADAL" clId="{BA0A20DE-4719-4C86-8CD6-FA01DAE0A720}" dt="2026-03-19T04:28:59.026" v="2426"/>
        <pc:sldMkLst>
          <pc:docMk/>
          <pc:sldMk cId="1495838806" sldId="282"/>
        </pc:sldMkLst>
        <pc:spChg chg="del mod">
          <ac:chgData name="Isaac George Smith" userId="f563a7fb-a1f3-425b-85cb-16f41ba44821" providerId="ADAL" clId="{BA0A20DE-4719-4C86-8CD6-FA01DAE0A720}" dt="2026-03-19T03:02:00.783" v="255" actId="22"/>
          <ac:spMkLst>
            <pc:docMk/>
            <pc:sldMk cId="1495838806" sldId="282"/>
            <ac:spMk id="4" creationId="{C76FE384-804B-1722-B72A-1B05BA2B1A42}"/>
          </ac:spMkLst>
        </pc:spChg>
        <pc:picChg chg="add mod ord">
          <ac:chgData name="Isaac George Smith" userId="f563a7fb-a1f3-425b-85cb-16f41ba44821" providerId="ADAL" clId="{BA0A20DE-4719-4C86-8CD6-FA01DAE0A720}" dt="2026-03-19T03:02:00.783" v="255" actId="22"/>
          <ac:picMkLst>
            <pc:docMk/>
            <pc:sldMk cId="1495838806" sldId="282"/>
            <ac:picMk id="7" creationId="{71AF31AE-CAC1-D208-5CBC-00A4B143BBB7}"/>
          </ac:picMkLst>
        </pc:picChg>
        <pc:picChg chg="add del mod">
          <ac:chgData name="Isaac George Smith" userId="f563a7fb-a1f3-425b-85cb-16f41ba44821" providerId="ADAL" clId="{BA0A20DE-4719-4C86-8CD6-FA01DAE0A720}" dt="2026-03-19T04:03:52.994" v="2416"/>
          <ac:picMkLst>
            <pc:docMk/>
            <pc:sldMk cId="1495838806" sldId="282"/>
            <ac:picMk id="9" creationId="{B387EB06-36C7-2130-1C1D-4F49E2F3C7BE}"/>
          </ac:picMkLst>
        </pc:picChg>
        <pc:picChg chg="add del mod">
          <ac:chgData name="Isaac George Smith" userId="f563a7fb-a1f3-425b-85cb-16f41ba44821" providerId="ADAL" clId="{BA0A20DE-4719-4C86-8CD6-FA01DAE0A720}" dt="2026-03-19T04:28:59.026" v="2426"/>
          <ac:picMkLst>
            <pc:docMk/>
            <pc:sldMk cId="1495838806" sldId="282"/>
            <ac:picMk id="14" creationId="{CAB39CA9-35C6-85C5-F14B-14D2C0FF54D1}"/>
          </ac:picMkLst>
        </pc:picChg>
      </pc:sldChg>
      <pc:sldChg chg="addSp delSp modSp add mod ord modTransition modAnim">
        <pc:chgData name="Isaac George Smith" userId="f563a7fb-a1f3-425b-85cb-16f41ba44821" providerId="ADAL" clId="{BA0A20DE-4719-4C86-8CD6-FA01DAE0A720}" dt="2026-03-19T04:28:59.026" v="2426"/>
        <pc:sldMkLst>
          <pc:docMk/>
          <pc:sldMk cId="2998904135" sldId="283"/>
        </pc:sldMkLst>
        <pc:spChg chg="mod">
          <ac:chgData name="Isaac George Smith" userId="f563a7fb-a1f3-425b-85cb-16f41ba44821" providerId="ADAL" clId="{BA0A20DE-4719-4C86-8CD6-FA01DAE0A720}" dt="2026-03-19T03:02:39.687" v="302" actId="20577"/>
          <ac:spMkLst>
            <pc:docMk/>
            <pc:sldMk cId="2998904135" sldId="283"/>
            <ac:spMk id="2" creationId="{3F4DE44D-AD6C-CCB4-04AB-4A4C4BA3B87C}"/>
          </ac:spMkLst>
        </pc:spChg>
        <pc:spChg chg="mod">
          <ac:chgData name="Isaac George Smith" userId="f563a7fb-a1f3-425b-85cb-16f41ba44821" providerId="ADAL" clId="{BA0A20DE-4719-4C86-8CD6-FA01DAE0A720}" dt="2026-03-19T03:43:45.075" v="2207" actId="20577"/>
          <ac:spMkLst>
            <pc:docMk/>
            <pc:sldMk cId="2998904135" sldId="283"/>
            <ac:spMk id="3" creationId="{9D8019AC-9EA9-CF7E-2E8F-6670D2A46987}"/>
          </ac:spMkLst>
        </pc:spChg>
        <pc:picChg chg="add del mod">
          <ac:chgData name="Isaac George Smith" userId="f563a7fb-a1f3-425b-85cb-16f41ba44821" providerId="ADAL" clId="{BA0A20DE-4719-4C86-8CD6-FA01DAE0A720}" dt="2026-03-19T04:28:59.026" v="2426"/>
          <ac:picMkLst>
            <pc:docMk/>
            <pc:sldMk cId="2998904135" sldId="283"/>
            <ac:picMk id="11" creationId="{B649FEBD-8CD3-3B9B-8974-27E19460F12B}"/>
          </ac:picMkLst>
        </pc:picChg>
        <pc:cxnChg chg="add del mod">
          <ac:chgData name="Isaac George Smith" userId="f563a7fb-a1f3-425b-85cb-16f41ba44821" providerId="ADAL" clId="{BA0A20DE-4719-4C86-8CD6-FA01DAE0A720}" dt="2026-03-19T03:03:41.497" v="367" actId="478"/>
          <ac:cxnSpMkLst>
            <pc:docMk/>
            <pc:sldMk cId="2998904135" sldId="283"/>
            <ac:cxnSpMk id="6" creationId="{BEC9FD4E-2CAF-9495-A647-26E71ACA7A36}"/>
          </ac:cxnSpMkLst>
        </pc:cxnChg>
      </pc:sldChg>
      <pc:sldChg chg="addSp delSp modSp add mod ord modTransition modAnim">
        <pc:chgData name="Isaac George Smith" userId="f563a7fb-a1f3-425b-85cb-16f41ba44821" providerId="ADAL" clId="{BA0A20DE-4719-4C86-8CD6-FA01DAE0A720}" dt="2026-03-19T04:28:59.026" v="2426"/>
        <pc:sldMkLst>
          <pc:docMk/>
          <pc:sldMk cId="965165879" sldId="284"/>
        </pc:sldMkLst>
        <pc:spChg chg="mod">
          <ac:chgData name="Isaac George Smith" userId="f563a7fb-a1f3-425b-85cb-16f41ba44821" providerId="ADAL" clId="{BA0A20DE-4719-4C86-8CD6-FA01DAE0A720}" dt="2026-03-19T03:43:58.584" v="2219" actId="27636"/>
          <ac:spMkLst>
            <pc:docMk/>
            <pc:sldMk cId="965165879" sldId="284"/>
            <ac:spMk id="3" creationId="{F861E7F0-049C-780E-9328-883AE131DD11}"/>
          </ac:spMkLst>
        </pc:spChg>
        <pc:picChg chg="add del mod">
          <ac:chgData name="Isaac George Smith" userId="f563a7fb-a1f3-425b-85cb-16f41ba44821" providerId="ADAL" clId="{BA0A20DE-4719-4C86-8CD6-FA01DAE0A720}" dt="2026-03-19T03:08:09.720" v="457" actId="478"/>
          <ac:picMkLst>
            <pc:docMk/>
            <pc:sldMk cId="965165879" sldId="284"/>
            <ac:picMk id="37" creationId="{C702BB97-3D83-8BC8-F324-813FF74181E8}"/>
          </ac:picMkLst>
        </pc:picChg>
        <pc:picChg chg="add del mod">
          <ac:chgData name="Isaac George Smith" userId="f563a7fb-a1f3-425b-85cb-16f41ba44821" providerId="ADAL" clId="{BA0A20DE-4719-4C86-8CD6-FA01DAE0A720}" dt="2026-03-19T03:44:00.093" v="2220" actId="478"/>
          <ac:picMkLst>
            <pc:docMk/>
            <pc:sldMk cId="965165879" sldId="284"/>
            <ac:picMk id="39" creationId="{10C09100-1AB3-192F-36A5-091C2E441898}"/>
          </ac:picMkLst>
        </pc:picChg>
        <pc:picChg chg="add del mod">
          <ac:chgData name="Isaac George Smith" userId="f563a7fb-a1f3-425b-85cb-16f41ba44821" providerId="ADAL" clId="{BA0A20DE-4719-4C86-8CD6-FA01DAE0A720}" dt="2026-03-19T04:28:59.026" v="2426"/>
          <ac:picMkLst>
            <pc:docMk/>
            <pc:sldMk cId="965165879" sldId="284"/>
            <ac:picMk id="41" creationId="{99E35278-596A-6814-6E2F-3AA0046B40B7}"/>
          </ac:picMkLst>
        </pc:picChg>
        <pc:cxnChg chg="add mod">
          <ac:chgData name="Isaac George Smith" userId="f563a7fb-a1f3-425b-85cb-16f41ba44821" providerId="ADAL" clId="{BA0A20DE-4719-4C86-8CD6-FA01DAE0A720}" dt="2026-03-19T03:06:26.360" v="427" actId="14100"/>
          <ac:cxnSpMkLst>
            <pc:docMk/>
            <pc:sldMk cId="965165879" sldId="284"/>
            <ac:cxnSpMk id="4" creationId="{F8FC4D90-9D0E-4A6B-5377-CF7916704D28}"/>
          </ac:cxnSpMkLst>
        </pc:cxnChg>
        <pc:cxnChg chg="add mod">
          <ac:chgData name="Isaac George Smith" userId="f563a7fb-a1f3-425b-85cb-16f41ba44821" providerId="ADAL" clId="{BA0A20DE-4719-4C86-8CD6-FA01DAE0A720}" dt="2026-03-19T03:06:26.360" v="427" actId="14100"/>
          <ac:cxnSpMkLst>
            <pc:docMk/>
            <pc:sldMk cId="965165879" sldId="284"/>
            <ac:cxnSpMk id="9" creationId="{0105BFE1-7777-1876-CC07-51D38B77ACB4}"/>
          </ac:cxnSpMkLst>
        </pc:cxnChg>
        <pc:cxnChg chg="add mod">
          <ac:chgData name="Isaac George Smith" userId="f563a7fb-a1f3-425b-85cb-16f41ba44821" providerId="ADAL" clId="{BA0A20DE-4719-4C86-8CD6-FA01DAE0A720}" dt="2026-03-19T03:04:43.550" v="390" actId="1076"/>
          <ac:cxnSpMkLst>
            <pc:docMk/>
            <pc:sldMk cId="965165879" sldId="284"/>
            <ac:cxnSpMk id="10" creationId="{F85A5FE2-7C4F-6F0F-2C3F-CE29F338BE3B}"/>
          </ac:cxnSpMkLst>
        </pc:cxnChg>
        <pc:cxnChg chg="add mod">
          <ac:chgData name="Isaac George Smith" userId="f563a7fb-a1f3-425b-85cb-16f41ba44821" providerId="ADAL" clId="{BA0A20DE-4719-4C86-8CD6-FA01DAE0A720}" dt="2026-03-19T03:06:26.360" v="427" actId="14100"/>
          <ac:cxnSpMkLst>
            <pc:docMk/>
            <pc:sldMk cId="965165879" sldId="284"/>
            <ac:cxnSpMk id="11" creationId="{809FFC15-CDBD-8248-D610-9DE3B62C8F45}"/>
          </ac:cxnSpMkLst>
        </pc:cxnChg>
        <pc:cxnChg chg="add mod">
          <ac:chgData name="Isaac George Smith" userId="f563a7fb-a1f3-425b-85cb-16f41ba44821" providerId="ADAL" clId="{BA0A20DE-4719-4C86-8CD6-FA01DAE0A720}" dt="2026-03-19T03:04:37.113" v="388" actId="1076"/>
          <ac:cxnSpMkLst>
            <pc:docMk/>
            <pc:sldMk cId="965165879" sldId="284"/>
            <ac:cxnSpMk id="12" creationId="{24E1A4A0-3E22-B0CC-4074-43865FE1E107}"/>
          </ac:cxnSpMkLst>
        </pc:cxnChg>
        <pc:cxnChg chg="add mod">
          <ac:chgData name="Isaac George Smith" userId="f563a7fb-a1f3-425b-85cb-16f41ba44821" providerId="ADAL" clId="{BA0A20DE-4719-4C86-8CD6-FA01DAE0A720}" dt="2026-03-19T03:04:34.510" v="387" actId="1076"/>
          <ac:cxnSpMkLst>
            <pc:docMk/>
            <pc:sldMk cId="965165879" sldId="284"/>
            <ac:cxnSpMk id="13" creationId="{CBC2B4B6-6531-05EE-BAB3-4F0718381E1B}"/>
          </ac:cxnSpMkLst>
        </pc:cxnChg>
        <pc:cxnChg chg="add mod">
          <ac:chgData name="Isaac George Smith" userId="f563a7fb-a1f3-425b-85cb-16f41ba44821" providerId="ADAL" clId="{BA0A20DE-4719-4C86-8CD6-FA01DAE0A720}" dt="2026-03-19T03:04:29.912" v="386" actId="1076"/>
          <ac:cxnSpMkLst>
            <pc:docMk/>
            <pc:sldMk cId="965165879" sldId="284"/>
            <ac:cxnSpMk id="14" creationId="{1D6900D0-1076-F29E-83A7-A74385984709}"/>
          </ac:cxnSpMkLst>
        </pc:cxnChg>
        <pc:cxnChg chg="add mod">
          <ac:chgData name="Isaac George Smith" userId="f563a7fb-a1f3-425b-85cb-16f41ba44821" providerId="ADAL" clId="{BA0A20DE-4719-4C86-8CD6-FA01DAE0A720}" dt="2026-03-19T03:04:25.437" v="385" actId="1076"/>
          <ac:cxnSpMkLst>
            <pc:docMk/>
            <pc:sldMk cId="965165879" sldId="284"/>
            <ac:cxnSpMk id="15" creationId="{5A9D27A1-8984-AB90-5679-55D03AF00629}"/>
          </ac:cxnSpMkLst>
        </pc:cxnChg>
        <pc:cxnChg chg="add mod">
          <ac:chgData name="Isaac George Smith" userId="f563a7fb-a1f3-425b-85cb-16f41ba44821" providerId="ADAL" clId="{BA0A20DE-4719-4C86-8CD6-FA01DAE0A720}" dt="2026-03-19T03:04:21.982" v="384" actId="1076"/>
          <ac:cxnSpMkLst>
            <pc:docMk/>
            <pc:sldMk cId="965165879" sldId="284"/>
            <ac:cxnSpMk id="16" creationId="{2684162A-F13A-0279-2F97-7D20E9728C41}"/>
          </ac:cxnSpMkLst>
        </pc:cxnChg>
        <pc:cxnChg chg="add mod">
          <ac:chgData name="Isaac George Smith" userId="f563a7fb-a1f3-425b-85cb-16f41ba44821" providerId="ADAL" clId="{BA0A20DE-4719-4C86-8CD6-FA01DAE0A720}" dt="2026-03-19T03:04:19.708" v="383" actId="1076"/>
          <ac:cxnSpMkLst>
            <pc:docMk/>
            <pc:sldMk cId="965165879" sldId="284"/>
            <ac:cxnSpMk id="17" creationId="{516CCA49-1991-8CD5-2C40-7D55B2204B06}"/>
          </ac:cxnSpMkLst>
        </pc:cxnChg>
        <pc:cxnChg chg="add mod">
          <ac:chgData name="Isaac George Smith" userId="f563a7fb-a1f3-425b-85cb-16f41ba44821" providerId="ADAL" clId="{BA0A20DE-4719-4C86-8CD6-FA01DAE0A720}" dt="2026-03-19T03:05:17.945" v="397" actId="1076"/>
          <ac:cxnSpMkLst>
            <pc:docMk/>
            <pc:sldMk cId="965165879" sldId="284"/>
            <ac:cxnSpMk id="18" creationId="{F0078B90-76F2-C633-F077-21117BA60B9B}"/>
          </ac:cxnSpMkLst>
        </pc:cxnChg>
        <pc:cxnChg chg="add mod">
          <ac:chgData name="Isaac George Smith" userId="f563a7fb-a1f3-425b-85cb-16f41ba44821" providerId="ADAL" clId="{BA0A20DE-4719-4C86-8CD6-FA01DAE0A720}" dt="2026-03-19T03:05:59.587" v="417" actId="1035"/>
          <ac:cxnSpMkLst>
            <pc:docMk/>
            <pc:sldMk cId="965165879" sldId="284"/>
            <ac:cxnSpMk id="20" creationId="{AE2A3550-5A47-E712-0BDE-41B441BEECB9}"/>
          </ac:cxnSpMkLst>
        </pc:cxnChg>
        <pc:cxnChg chg="add mod">
          <ac:chgData name="Isaac George Smith" userId="f563a7fb-a1f3-425b-85cb-16f41ba44821" providerId="ADAL" clId="{BA0A20DE-4719-4C86-8CD6-FA01DAE0A720}" dt="2026-03-19T03:05:49.217" v="412" actId="1076"/>
          <ac:cxnSpMkLst>
            <pc:docMk/>
            <pc:sldMk cId="965165879" sldId="284"/>
            <ac:cxnSpMk id="21" creationId="{C5D227EE-3B01-AB9F-581E-1FF3A900FA4D}"/>
          </ac:cxnSpMkLst>
        </pc:cxnChg>
        <pc:cxnChg chg="add mod">
          <ac:chgData name="Isaac George Smith" userId="f563a7fb-a1f3-425b-85cb-16f41ba44821" providerId="ADAL" clId="{BA0A20DE-4719-4C86-8CD6-FA01DAE0A720}" dt="2026-03-19T03:05:42.318" v="411" actId="1076"/>
          <ac:cxnSpMkLst>
            <pc:docMk/>
            <pc:sldMk cId="965165879" sldId="284"/>
            <ac:cxnSpMk id="22" creationId="{DD66885B-46D7-795F-176F-F1DE83B89ED9}"/>
          </ac:cxnSpMkLst>
        </pc:cxnChg>
        <pc:cxnChg chg="add mod">
          <ac:chgData name="Isaac George Smith" userId="f563a7fb-a1f3-425b-85cb-16f41ba44821" providerId="ADAL" clId="{BA0A20DE-4719-4C86-8CD6-FA01DAE0A720}" dt="2026-03-19T03:05:39.446" v="410" actId="1076"/>
          <ac:cxnSpMkLst>
            <pc:docMk/>
            <pc:sldMk cId="965165879" sldId="284"/>
            <ac:cxnSpMk id="23" creationId="{66F39AB8-C91E-2D37-C3C0-6E1C52C929D1}"/>
          </ac:cxnSpMkLst>
        </pc:cxnChg>
        <pc:cxnChg chg="add mod">
          <ac:chgData name="Isaac George Smith" userId="f563a7fb-a1f3-425b-85cb-16f41ba44821" providerId="ADAL" clId="{BA0A20DE-4719-4C86-8CD6-FA01DAE0A720}" dt="2026-03-19T03:05:36.731" v="409" actId="1076"/>
          <ac:cxnSpMkLst>
            <pc:docMk/>
            <pc:sldMk cId="965165879" sldId="284"/>
            <ac:cxnSpMk id="24" creationId="{9ECAB983-BAF9-4B50-B454-D5539884578B}"/>
          </ac:cxnSpMkLst>
        </pc:cxnChg>
        <pc:cxnChg chg="add mod">
          <ac:chgData name="Isaac George Smith" userId="f563a7fb-a1f3-425b-85cb-16f41ba44821" providerId="ADAL" clId="{BA0A20DE-4719-4C86-8CD6-FA01DAE0A720}" dt="2026-03-19T03:05:32.733" v="408" actId="1076"/>
          <ac:cxnSpMkLst>
            <pc:docMk/>
            <pc:sldMk cId="965165879" sldId="284"/>
            <ac:cxnSpMk id="25" creationId="{21357231-C0B2-2B32-965E-18D447529D93}"/>
          </ac:cxnSpMkLst>
        </pc:cxnChg>
        <pc:cxnChg chg="add del mod">
          <ac:chgData name="Isaac George Smith" userId="f563a7fb-a1f3-425b-85cb-16f41ba44821" providerId="ADAL" clId="{BA0A20DE-4719-4C86-8CD6-FA01DAE0A720}" dt="2026-03-19T03:06:11.548" v="423" actId="478"/>
          <ac:cxnSpMkLst>
            <pc:docMk/>
            <pc:sldMk cId="965165879" sldId="284"/>
            <ac:cxnSpMk id="26" creationId="{73CF1ED1-B24D-89EB-CB92-3BF20C6B5E80}"/>
          </ac:cxnSpMkLst>
        </pc:cxnChg>
        <pc:cxnChg chg="add del mod">
          <ac:chgData name="Isaac George Smith" userId="f563a7fb-a1f3-425b-85cb-16f41ba44821" providerId="ADAL" clId="{BA0A20DE-4719-4C86-8CD6-FA01DAE0A720}" dt="2026-03-19T03:06:09.583" v="422" actId="478"/>
          <ac:cxnSpMkLst>
            <pc:docMk/>
            <pc:sldMk cId="965165879" sldId="284"/>
            <ac:cxnSpMk id="27" creationId="{78EB01AF-D2CD-5BDD-5B84-5C13DE45B346}"/>
          </ac:cxnSpMkLst>
        </pc:cxnChg>
        <pc:cxnChg chg="add mod">
          <ac:chgData name="Isaac George Smith" userId="f563a7fb-a1f3-425b-85cb-16f41ba44821" providerId="ADAL" clId="{BA0A20DE-4719-4C86-8CD6-FA01DAE0A720}" dt="2026-03-19T03:05:30.153" v="407" actId="1076"/>
          <ac:cxnSpMkLst>
            <pc:docMk/>
            <pc:sldMk cId="965165879" sldId="284"/>
            <ac:cxnSpMk id="28" creationId="{8EE0A2D9-BAFB-1ED2-3329-179D2F1E5800}"/>
          </ac:cxnSpMkLst>
        </pc:cxnChg>
        <pc:cxnChg chg="add mod">
          <ac:chgData name="Isaac George Smith" userId="f563a7fb-a1f3-425b-85cb-16f41ba44821" providerId="ADAL" clId="{BA0A20DE-4719-4C86-8CD6-FA01DAE0A720}" dt="2026-03-19T03:06:03.901" v="419" actId="1076"/>
          <ac:cxnSpMkLst>
            <pc:docMk/>
            <pc:sldMk cId="965165879" sldId="284"/>
            <ac:cxnSpMk id="29" creationId="{3B13CBF8-1493-7F65-5D74-484952F2369A}"/>
          </ac:cxnSpMkLst>
        </pc:cxnChg>
        <pc:cxnChg chg="add mod">
          <ac:chgData name="Isaac George Smith" userId="f563a7fb-a1f3-425b-85cb-16f41ba44821" providerId="ADAL" clId="{BA0A20DE-4719-4C86-8CD6-FA01DAE0A720}" dt="2026-03-19T03:06:07.864" v="421" actId="1076"/>
          <ac:cxnSpMkLst>
            <pc:docMk/>
            <pc:sldMk cId="965165879" sldId="284"/>
            <ac:cxnSpMk id="30" creationId="{75ED1968-152E-CA07-E394-005DE06A8CB1}"/>
          </ac:cxnSpMkLst>
        </pc:cxnChg>
      </pc:sldChg>
      <pc:sldChg chg="addSp delSp modSp add mod modTransition modAnim">
        <pc:chgData name="Isaac George Smith" userId="f563a7fb-a1f3-425b-85cb-16f41ba44821" providerId="ADAL" clId="{BA0A20DE-4719-4C86-8CD6-FA01DAE0A720}" dt="2026-03-19T04:28:59.026" v="2426"/>
        <pc:sldMkLst>
          <pc:docMk/>
          <pc:sldMk cId="3025810217" sldId="285"/>
        </pc:sldMkLst>
        <pc:spChg chg="add del">
          <ac:chgData name="Isaac George Smith" userId="f563a7fb-a1f3-425b-85cb-16f41ba44821" providerId="ADAL" clId="{BA0A20DE-4719-4C86-8CD6-FA01DAE0A720}" dt="2026-03-19T03:23:30.361" v="1780" actId="478"/>
          <ac:spMkLst>
            <pc:docMk/>
            <pc:sldMk cId="3025810217" sldId="285"/>
            <ac:spMk id="4" creationId="{14F28687-1E75-483B-ED4C-05618100C36A}"/>
          </ac:spMkLst>
        </pc:spChg>
        <pc:spChg chg="add del mod">
          <ac:chgData name="Isaac George Smith" userId="f563a7fb-a1f3-425b-85cb-16f41ba44821" providerId="ADAL" clId="{BA0A20DE-4719-4C86-8CD6-FA01DAE0A720}" dt="2026-03-19T03:23:51.606" v="1785" actId="478"/>
          <ac:spMkLst>
            <pc:docMk/>
            <pc:sldMk cId="3025810217" sldId="285"/>
            <ac:spMk id="6" creationId="{11004AC6-B9A6-F7F3-B204-01B38019335E}"/>
          </ac:spMkLst>
        </pc:spChg>
        <pc:spChg chg="add mod">
          <ac:chgData name="Isaac George Smith" userId="f563a7fb-a1f3-425b-85cb-16f41ba44821" providerId="ADAL" clId="{BA0A20DE-4719-4C86-8CD6-FA01DAE0A720}" dt="2026-03-19T03:26:54.284" v="1866" actId="1076"/>
          <ac:spMkLst>
            <pc:docMk/>
            <pc:sldMk cId="3025810217" sldId="285"/>
            <ac:spMk id="7" creationId="{CA6F1042-3795-D438-E88D-0E1C669F0D7A}"/>
          </ac:spMkLst>
        </pc:spChg>
        <pc:spChg chg="add del mod">
          <ac:chgData name="Isaac George Smith" userId="f563a7fb-a1f3-425b-85cb-16f41ba44821" providerId="ADAL" clId="{BA0A20DE-4719-4C86-8CD6-FA01DAE0A720}" dt="2026-03-19T03:25:24.817" v="1815" actId="478"/>
          <ac:spMkLst>
            <pc:docMk/>
            <pc:sldMk cId="3025810217" sldId="285"/>
            <ac:spMk id="8" creationId="{CB392558-B22B-6572-B90B-794E9590BC8B}"/>
          </ac:spMkLst>
        </pc:spChg>
        <pc:spChg chg="add del mod">
          <ac:chgData name="Isaac George Smith" userId="f563a7fb-a1f3-425b-85cb-16f41ba44821" providerId="ADAL" clId="{BA0A20DE-4719-4C86-8CD6-FA01DAE0A720}" dt="2026-03-19T03:25:24.817" v="1815" actId="478"/>
          <ac:spMkLst>
            <pc:docMk/>
            <pc:sldMk cId="3025810217" sldId="285"/>
            <ac:spMk id="10" creationId="{7057D919-7152-355F-EB41-1662A89C580F}"/>
          </ac:spMkLst>
        </pc:spChg>
        <pc:spChg chg="add mod">
          <ac:chgData name="Isaac George Smith" userId="f563a7fb-a1f3-425b-85cb-16f41ba44821" providerId="ADAL" clId="{BA0A20DE-4719-4C86-8CD6-FA01DAE0A720}" dt="2026-03-19T03:26:54.284" v="1866" actId="1076"/>
          <ac:spMkLst>
            <pc:docMk/>
            <pc:sldMk cId="3025810217" sldId="285"/>
            <ac:spMk id="11" creationId="{4AC98465-224D-FCD8-C693-F914FA21E950}"/>
          </ac:spMkLst>
        </pc:spChg>
        <pc:spChg chg="add mod">
          <ac:chgData name="Isaac George Smith" userId="f563a7fb-a1f3-425b-85cb-16f41ba44821" providerId="ADAL" clId="{BA0A20DE-4719-4C86-8CD6-FA01DAE0A720}" dt="2026-03-19T03:25:26.965" v="1816"/>
          <ac:spMkLst>
            <pc:docMk/>
            <pc:sldMk cId="3025810217" sldId="285"/>
            <ac:spMk id="16" creationId="{E4D7A4CF-0825-F1A8-7C83-7160DC2C7CD8}"/>
          </ac:spMkLst>
        </pc:spChg>
        <pc:spChg chg="add mod">
          <ac:chgData name="Isaac George Smith" userId="f563a7fb-a1f3-425b-85cb-16f41ba44821" providerId="ADAL" clId="{BA0A20DE-4719-4C86-8CD6-FA01DAE0A720}" dt="2026-03-19T03:25:26.965" v="1816"/>
          <ac:spMkLst>
            <pc:docMk/>
            <pc:sldMk cId="3025810217" sldId="285"/>
            <ac:spMk id="17" creationId="{D3192A25-51BC-7F7D-EC65-0D65DAC0B7DF}"/>
          </ac:spMkLst>
        </pc:spChg>
        <pc:spChg chg="add mod">
          <ac:chgData name="Isaac George Smith" userId="f563a7fb-a1f3-425b-85cb-16f41ba44821" providerId="ADAL" clId="{BA0A20DE-4719-4C86-8CD6-FA01DAE0A720}" dt="2026-03-19T03:26:54.284" v="1866" actId="1076"/>
          <ac:spMkLst>
            <pc:docMk/>
            <pc:sldMk cId="3025810217" sldId="285"/>
            <ac:spMk id="18" creationId="{F53424BB-737F-F9B4-1B91-7C1DA6157563}"/>
          </ac:spMkLst>
        </pc:spChg>
        <pc:spChg chg="add mod">
          <ac:chgData name="Isaac George Smith" userId="f563a7fb-a1f3-425b-85cb-16f41ba44821" providerId="ADAL" clId="{BA0A20DE-4719-4C86-8CD6-FA01DAE0A720}" dt="2026-03-19T03:26:54.284" v="1866" actId="1076"/>
          <ac:spMkLst>
            <pc:docMk/>
            <pc:sldMk cId="3025810217" sldId="285"/>
            <ac:spMk id="19" creationId="{9B91B6E7-E2CD-B9C7-FE3F-2BFC6231B987}"/>
          </ac:spMkLst>
        </pc:spChg>
        <pc:spChg chg="add mod">
          <ac:chgData name="Isaac George Smith" userId="f563a7fb-a1f3-425b-85cb-16f41ba44821" providerId="ADAL" clId="{BA0A20DE-4719-4C86-8CD6-FA01DAE0A720}" dt="2026-03-19T03:26:45.431" v="1865" actId="1076"/>
          <ac:spMkLst>
            <pc:docMk/>
            <pc:sldMk cId="3025810217" sldId="285"/>
            <ac:spMk id="21" creationId="{9DEC81E8-CDB4-7D29-A7DD-9BC20BC2AA73}"/>
          </ac:spMkLst>
        </pc:spChg>
        <pc:spChg chg="add mod">
          <ac:chgData name="Isaac George Smith" userId="f563a7fb-a1f3-425b-85cb-16f41ba44821" providerId="ADAL" clId="{BA0A20DE-4719-4C86-8CD6-FA01DAE0A720}" dt="2026-03-19T03:28:39.381" v="1901" actId="1076"/>
          <ac:spMkLst>
            <pc:docMk/>
            <pc:sldMk cId="3025810217" sldId="285"/>
            <ac:spMk id="22" creationId="{399AADFE-02DA-3A16-E708-E1146FF7533C}"/>
          </ac:spMkLst>
        </pc:spChg>
        <pc:picChg chg="add del mod">
          <ac:chgData name="Isaac George Smith" userId="f563a7fb-a1f3-425b-85cb-16f41ba44821" providerId="ADAL" clId="{BA0A20DE-4719-4C86-8CD6-FA01DAE0A720}" dt="2026-03-19T04:28:59.026" v="2426"/>
          <ac:picMkLst>
            <pc:docMk/>
            <pc:sldMk cId="3025810217" sldId="285"/>
            <ac:picMk id="36" creationId="{F268DBF8-7DE5-DCE8-4D14-2170038A7E9F}"/>
          </ac:picMkLst>
        </pc:picChg>
        <pc:cxnChg chg="add mod">
          <ac:chgData name="Isaac George Smith" userId="f563a7fb-a1f3-425b-85cb-16f41ba44821" providerId="ADAL" clId="{BA0A20DE-4719-4C86-8CD6-FA01DAE0A720}" dt="2026-03-19T03:26:54.284" v="1866" actId="1076"/>
          <ac:cxnSpMkLst>
            <pc:docMk/>
            <pc:sldMk cId="3025810217" sldId="285"/>
            <ac:cxnSpMk id="13" creationId="{3D9DB84B-71DE-B63C-CB35-BF98E9CDBE49}"/>
          </ac:cxnSpMkLst>
        </pc:cxnChg>
        <pc:cxnChg chg="add mod">
          <ac:chgData name="Isaac George Smith" userId="f563a7fb-a1f3-425b-85cb-16f41ba44821" providerId="ADAL" clId="{BA0A20DE-4719-4C86-8CD6-FA01DAE0A720}" dt="2026-03-19T03:26:54.284" v="1866" actId="1076"/>
          <ac:cxnSpMkLst>
            <pc:docMk/>
            <pc:sldMk cId="3025810217" sldId="285"/>
            <ac:cxnSpMk id="20" creationId="{28FD2258-81C9-DD21-CA6D-7A147E71148F}"/>
          </ac:cxnSpMkLst>
        </pc:cxnChg>
        <pc:cxnChg chg="add mod">
          <ac:chgData name="Isaac George Smith" userId="f563a7fb-a1f3-425b-85cb-16f41ba44821" providerId="ADAL" clId="{BA0A20DE-4719-4C86-8CD6-FA01DAE0A720}" dt="2026-03-19T03:28:39.381" v="1901" actId="1076"/>
          <ac:cxnSpMkLst>
            <pc:docMk/>
            <pc:sldMk cId="3025810217" sldId="285"/>
            <ac:cxnSpMk id="23" creationId="{4AE3FEF7-B682-6DD6-7EEE-769C75B59C80}"/>
          </ac:cxnSpMkLst>
        </pc:cxnChg>
        <pc:cxnChg chg="add mod">
          <ac:chgData name="Isaac George Smith" userId="f563a7fb-a1f3-425b-85cb-16f41ba44821" providerId="ADAL" clId="{BA0A20DE-4719-4C86-8CD6-FA01DAE0A720}" dt="2026-03-19T03:28:39.381" v="1901" actId="1076"/>
          <ac:cxnSpMkLst>
            <pc:docMk/>
            <pc:sldMk cId="3025810217" sldId="285"/>
            <ac:cxnSpMk id="26" creationId="{4F642A57-82E4-B35F-90AF-6C7CABB6A663}"/>
          </ac:cxnSpMkLst>
        </pc:cxnChg>
        <pc:cxnChg chg="add mod">
          <ac:chgData name="Isaac George Smith" userId="f563a7fb-a1f3-425b-85cb-16f41ba44821" providerId="ADAL" clId="{BA0A20DE-4719-4C86-8CD6-FA01DAE0A720}" dt="2026-03-19T03:28:39.381" v="1901" actId="1076"/>
          <ac:cxnSpMkLst>
            <pc:docMk/>
            <pc:sldMk cId="3025810217" sldId="285"/>
            <ac:cxnSpMk id="29" creationId="{82A1C589-0A1F-2266-96AF-57466A6D48DB}"/>
          </ac:cxnSpMkLst>
        </pc:cxnChg>
      </pc:sldChg>
      <pc:sldChg chg="addSp delSp modSp add del mod">
        <pc:chgData name="Isaac George Smith" userId="f563a7fb-a1f3-425b-85cb-16f41ba44821" providerId="ADAL" clId="{BA0A20DE-4719-4C86-8CD6-FA01DAE0A720}" dt="2026-03-19T03:08:33.647" v="462" actId="47"/>
        <pc:sldMkLst>
          <pc:docMk/>
          <pc:sldMk cId="3377066182" sldId="285"/>
        </pc:sldMkLst>
        <pc:spChg chg="mod">
          <ac:chgData name="Isaac George Smith" userId="f563a7fb-a1f3-425b-85cb-16f41ba44821" providerId="ADAL" clId="{BA0A20DE-4719-4C86-8CD6-FA01DAE0A720}" dt="2026-03-19T03:07:50.189" v="451" actId="20577"/>
          <ac:spMkLst>
            <pc:docMk/>
            <pc:sldMk cId="3377066182" sldId="285"/>
            <ac:spMk id="3" creationId="{CD88EBD8-5FFB-9743-7078-B8388538F825}"/>
          </ac:spMkLst>
        </pc:spChg>
        <pc:picChg chg="add del mod">
          <ac:chgData name="Isaac George Smith" userId="f563a7fb-a1f3-425b-85cb-16f41ba44821" providerId="ADAL" clId="{BA0A20DE-4719-4C86-8CD6-FA01DAE0A720}" dt="2026-03-19T03:08:02.141" v="454" actId="21"/>
          <ac:picMkLst>
            <pc:docMk/>
            <pc:sldMk cId="3377066182" sldId="285"/>
            <ac:picMk id="19" creationId="{C702BB97-3D83-8BC8-F324-813FF74181E8}"/>
          </ac:picMkLst>
        </pc:picChg>
      </pc:sldChg>
      <pc:sldChg chg="add del">
        <pc:chgData name="Isaac George Smith" userId="f563a7fb-a1f3-425b-85cb-16f41ba44821" providerId="ADAL" clId="{BA0A20DE-4719-4C86-8CD6-FA01DAE0A720}" dt="2026-03-19T03:05:02.854" v="393" actId="47"/>
        <pc:sldMkLst>
          <pc:docMk/>
          <pc:sldMk cId="3588701704" sldId="285"/>
        </pc:sldMkLst>
      </pc:sldChg>
      <pc:sldChg chg="add del">
        <pc:chgData name="Isaac George Smith" userId="f563a7fb-a1f3-425b-85cb-16f41ba44821" providerId="ADAL" clId="{BA0A20DE-4719-4C86-8CD6-FA01DAE0A720}" dt="2026-03-19T03:24:52.544" v="1807" actId="47"/>
        <pc:sldMkLst>
          <pc:docMk/>
          <pc:sldMk cId="2894646243" sldId="286"/>
        </pc:sldMkLst>
      </pc:sldChg>
      <pc:sldChg chg="addSp delSp modSp add mod modTransition modAnim">
        <pc:chgData name="Isaac George Smith" userId="f563a7fb-a1f3-425b-85cb-16f41ba44821" providerId="ADAL" clId="{BA0A20DE-4719-4C86-8CD6-FA01DAE0A720}" dt="2026-03-19T04:28:59.026" v="2426"/>
        <pc:sldMkLst>
          <pc:docMk/>
          <pc:sldMk cId="3772151784" sldId="286"/>
        </pc:sldMkLst>
        <pc:spChg chg="del mod">
          <ac:chgData name="Isaac George Smith" userId="f563a7fb-a1f3-425b-85cb-16f41ba44821" providerId="ADAL" clId="{BA0A20DE-4719-4C86-8CD6-FA01DAE0A720}" dt="2026-03-19T03:28:58.787" v="1907" actId="478"/>
          <ac:spMkLst>
            <pc:docMk/>
            <pc:sldMk cId="3772151784" sldId="286"/>
            <ac:spMk id="3" creationId="{C3D7FF1F-8761-C850-7D8B-06F903FA524C}"/>
          </ac:spMkLst>
        </pc:spChg>
        <pc:spChg chg="add del mod">
          <ac:chgData name="Isaac George Smith" userId="f563a7fb-a1f3-425b-85cb-16f41ba44821" providerId="ADAL" clId="{BA0A20DE-4719-4C86-8CD6-FA01DAE0A720}" dt="2026-03-19T03:29:01.291" v="1908" actId="478"/>
          <ac:spMkLst>
            <pc:docMk/>
            <pc:sldMk cId="3772151784" sldId="286"/>
            <ac:spMk id="6" creationId="{93F2699E-41BE-5080-07E1-0D1E9CA10047}"/>
          </ac:spMkLst>
        </pc:spChg>
        <pc:spChg chg="mod">
          <ac:chgData name="Isaac George Smith" userId="f563a7fb-a1f3-425b-85cb-16f41ba44821" providerId="ADAL" clId="{BA0A20DE-4719-4C86-8CD6-FA01DAE0A720}" dt="2026-03-19T03:30:25.846" v="1997" actId="14100"/>
          <ac:spMkLst>
            <pc:docMk/>
            <pc:sldMk cId="3772151784" sldId="286"/>
            <ac:spMk id="7" creationId="{75E86314-1710-A1FE-4A84-57E6FA74681E}"/>
          </ac:spMkLst>
        </pc:spChg>
        <pc:spChg chg="mod">
          <ac:chgData name="Isaac George Smith" userId="f563a7fb-a1f3-425b-85cb-16f41ba44821" providerId="ADAL" clId="{BA0A20DE-4719-4C86-8CD6-FA01DAE0A720}" dt="2026-03-19T03:31:06.011" v="2045" actId="20577"/>
          <ac:spMkLst>
            <pc:docMk/>
            <pc:sldMk cId="3772151784" sldId="286"/>
            <ac:spMk id="11" creationId="{0EC6E76C-8CEC-2E04-9A6B-5A5C29EB63DE}"/>
          </ac:spMkLst>
        </pc:spChg>
        <pc:spChg chg="mod">
          <ac:chgData name="Isaac George Smith" userId="f563a7fb-a1f3-425b-85cb-16f41ba44821" providerId="ADAL" clId="{BA0A20DE-4719-4C86-8CD6-FA01DAE0A720}" dt="2026-03-19T03:30:33.477" v="1999" actId="14100"/>
          <ac:spMkLst>
            <pc:docMk/>
            <pc:sldMk cId="3772151784" sldId="286"/>
            <ac:spMk id="18" creationId="{9BA37B70-2872-2102-D647-798D9821BA5A}"/>
          </ac:spMkLst>
        </pc:spChg>
        <pc:spChg chg="mod">
          <ac:chgData name="Isaac George Smith" userId="f563a7fb-a1f3-425b-85cb-16f41ba44821" providerId="ADAL" clId="{BA0A20DE-4719-4C86-8CD6-FA01DAE0A720}" dt="2026-03-19T03:30:33.477" v="1999" actId="14100"/>
          <ac:spMkLst>
            <pc:docMk/>
            <pc:sldMk cId="3772151784" sldId="286"/>
            <ac:spMk id="19" creationId="{DE7FFD39-0441-D727-47D8-5FD5742596E2}"/>
          </ac:spMkLst>
        </pc:spChg>
        <pc:spChg chg="mod">
          <ac:chgData name="Isaac George Smith" userId="f563a7fb-a1f3-425b-85cb-16f41ba44821" providerId="ADAL" clId="{BA0A20DE-4719-4C86-8CD6-FA01DAE0A720}" dt="2026-03-19T03:31:37.989" v="2047" actId="1076"/>
          <ac:spMkLst>
            <pc:docMk/>
            <pc:sldMk cId="3772151784" sldId="286"/>
            <ac:spMk id="21" creationId="{3EDF355A-A7F0-B49F-6843-C5AD522DB66C}"/>
          </ac:spMkLst>
        </pc:spChg>
        <pc:spChg chg="mod">
          <ac:chgData name="Isaac George Smith" userId="f563a7fb-a1f3-425b-85cb-16f41ba44821" providerId="ADAL" clId="{BA0A20DE-4719-4C86-8CD6-FA01DAE0A720}" dt="2026-03-19T03:30:40.105" v="2001" actId="1076"/>
          <ac:spMkLst>
            <pc:docMk/>
            <pc:sldMk cId="3772151784" sldId="286"/>
            <ac:spMk id="22" creationId="{BE1445D7-A691-C35B-857E-9ACDA3EF6DE3}"/>
          </ac:spMkLst>
        </pc:spChg>
        <pc:picChg chg="del">
          <ac:chgData name="Isaac George Smith" userId="f563a7fb-a1f3-425b-85cb-16f41ba44821" providerId="ADAL" clId="{BA0A20DE-4719-4C86-8CD6-FA01DAE0A720}" dt="2026-03-19T03:28:54.656" v="1905" actId="478"/>
          <ac:picMkLst>
            <pc:docMk/>
            <pc:sldMk cId="3772151784" sldId="286"/>
            <ac:picMk id="9" creationId="{7394E66F-9C81-CF5A-BED8-6DBC29D6E7CD}"/>
          </ac:picMkLst>
        </pc:picChg>
        <pc:picChg chg="add del mod">
          <ac:chgData name="Isaac George Smith" userId="f563a7fb-a1f3-425b-85cb-16f41ba44821" providerId="ADAL" clId="{BA0A20DE-4719-4C86-8CD6-FA01DAE0A720}" dt="2026-03-19T04:28:59.026" v="2426"/>
          <ac:picMkLst>
            <pc:docMk/>
            <pc:sldMk cId="3772151784" sldId="286"/>
            <ac:picMk id="47" creationId="{F037AC11-76F3-561A-7C3C-0490322B99C5}"/>
          </ac:picMkLst>
        </pc:picChg>
        <pc:cxnChg chg="mod">
          <ac:chgData name="Isaac George Smith" userId="f563a7fb-a1f3-425b-85cb-16f41ba44821" providerId="ADAL" clId="{BA0A20DE-4719-4C86-8CD6-FA01DAE0A720}" dt="2026-03-19T03:30:42.591" v="2002" actId="14100"/>
          <ac:cxnSpMkLst>
            <pc:docMk/>
            <pc:sldMk cId="3772151784" sldId="286"/>
            <ac:cxnSpMk id="13" creationId="{0A89F709-05D0-C653-6A12-3DA6E85F1729}"/>
          </ac:cxnSpMkLst>
        </pc:cxnChg>
        <pc:cxnChg chg="mod">
          <ac:chgData name="Isaac George Smith" userId="f563a7fb-a1f3-425b-85cb-16f41ba44821" providerId="ADAL" clId="{BA0A20DE-4719-4C86-8CD6-FA01DAE0A720}" dt="2026-03-19T03:30:33.477" v="1999" actId="14100"/>
          <ac:cxnSpMkLst>
            <pc:docMk/>
            <pc:sldMk cId="3772151784" sldId="286"/>
            <ac:cxnSpMk id="20" creationId="{1B9139C7-BEF7-95A9-27A1-AED1ED28FA01}"/>
          </ac:cxnSpMkLst>
        </pc:cxnChg>
        <pc:cxnChg chg="mod">
          <ac:chgData name="Isaac George Smith" userId="f563a7fb-a1f3-425b-85cb-16f41ba44821" providerId="ADAL" clId="{BA0A20DE-4719-4C86-8CD6-FA01DAE0A720}" dt="2026-03-19T03:30:40.105" v="2001" actId="1076"/>
          <ac:cxnSpMkLst>
            <pc:docMk/>
            <pc:sldMk cId="3772151784" sldId="286"/>
            <ac:cxnSpMk id="23" creationId="{B0D3ADBB-5D5D-B8FB-B246-3F9AA6DD76FC}"/>
          </ac:cxnSpMkLst>
        </pc:cxnChg>
        <pc:cxnChg chg="mod">
          <ac:chgData name="Isaac George Smith" userId="f563a7fb-a1f3-425b-85cb-16f41ba44821" providerId="ADAL" clId="{BA0A20DE-4719-4C86-8CD6-FA01DAE0A720}" dt="2026-03-19T03:30:42.591" v="2002" actId="14100"/>
          <ac:cxnSpMkLst>
            <pc:docMk/>
            <pc:sldMk cId="3772151784" sldId="286"/>
            <ac:cxnSpMk id="26" creationId="{0472A3A8-0FB7-6419-2129-CC48FCAC5BFD}"/>
          </ac:cxnSpMkLst>
        </pc:cxnChg>
        <pc:cxnChg chg="mod">
          <ac:chgData name="Isaac George Smith" userId="f563a7fb-a1f3-425b-85cb-16f41ba44821" providerId="ADAL" clId="{BA0A20DE-4719-4C86-8CD6-FA01DAE0A720}" dt="2026-03-19T03:31:37.989" v="2047" actId="1076"/>
          <ac:cxnSpMkLst>
            <pc:docMk/>
            <pc:sldMk cId="3772151784" sldId="286"/>
            <ac:cxnSpMk id="29" creationId="{8762CA14-A0C0-8C2C-EA91-7C82F5AA815D}"/>
          </ac:cxnSpMkLst>
        </pc:cxnChg>
      </pc:sldChg>
      <pc:sldChg chg="addSp delSp modSp add mod ord modTransition modAnim">
        <pc:chgData name="Isaac George Smith" userId="f563a7fb-a1f3-425b-85cb-16f41ba44821" providerId="ADAL" clId="{BA0A20DE-4719-4C86-8CD6-FA01DAE0A720}" dt="2026-03-19T04:28:59.026" v="2426"/>
        <pc:sldMkLst>
          <pc:docMk/>
          <pc:sldMk cId="2589173326" sldId="287"/>
        </pc:sldMkLst>
        <pc:spChg chg="mod">
          <ac:chgData name="Isaac George Smith" userId="f563a7fb-a1f3-425b-85cb-16f41ba44821" providerId="ADAL" clId="{BA0A20DE-4719-4C86-8CD6-FA01DAE0A720}" dt="2026-03-19T03:59:21.403" v="2409" actId="20577"/>
          <ac:spMkLst>
            <pc:docMk/>
            <pc:sldMk cId="2589173326" sldId="287"/>
            <ac:spMk id="3" creationId="{16F443D4-DDFB-982D-13FA-FD3B14C6F4A6}"/>
          </ac:spMkLst>
        </pc:spChg>
        <pc:picChg chg="add del mod">
          <ac:chgData name="Isaac George Smith" userId="f563a7fb-a1f3-425b-85cb-16f41ba44821" providerId="ADAL" clId="{BA0A20DE-4719-4C86-8CD6-FA01DAE0A720}" dt="2026-03-19T04:28:59.026" v="2426"/>
          <ac:picMkLst>
            <pc:docMk/>
            <pc:sldMk cId="2589173326" sldId="287"/>
            <ac:picMk id="6" creationId="{4AA8CF01-ECBD-E310-043E-9EDFA9127164}"/>
          </ac:picMkLst>
        </pc:picChg>
        <pc:picChg chg="del">
          <ac:chgData name="Isaac George Smith" userId="f563a7fb-a1f3-425b-85cb-16f41ba44821" providerId="ADAL" clId="{BA0A20DE-4719-4C86-8CD6-FA01DAE0A720}" dt="2026-03-19T03:47:05.104" v="2224" actId="478"/>
          <ac:picMkLst>
            <pc:docMk/>
            <pc:sldMk cId="2589173326" sldId="287"/>
            <ac:picMk id="9" creationId="{F7AC163C-DE7F-B33D-B1CF-B6CD50185DA1}"/>
          </ac:picMkLst>
        </pc:picChg>
      </pc:sldChg>
      <pc:sldChg chg="addSp delSp modSp new mod ord modTransition modAnim">
        <pc:chgData name="Isaac George Smith" userId="f563a7fb-a1f3-425b-85cb-16f41ba44821" providerId="ADAL" clId="{BA0A20DE-4719-4C86-8CD6-FA01DAE0A720}" dt="2026-03-19T04:28:59.026" v="2426"/>
        <pc:sldMkLst>
          <pc:docMk/>
          <pc:sldMk cId="138143178" sldId="288"/>
        </pc:sldMkLst>
        <pc:spChg chg="mod">
          <ac:chgData name="Isaac George Smith" userId="f563a7fb-a1f3-425b-85cb-16f41ba44821" providerId="ADAL" clId="{BA0A20DE-4719-4C86-8CD6-FA01DAE0A720}" dt="2026-03-19T03:33:28.099" v="2187" actId="20577"/>
          <ac:spMkLst>
            <pc:docMk/>
            <pc:sldMk cId="138143178" sldId="288"/>
            <ac:spMk id="2" creationId="{0519A8A2-BB78-F5F4-09A3-241AE5DE3EE8}"/>
          </ac:spMkLst>
        </pc:spChg>
        <pc:picChg chg="add del mod">
          <ac:chgData name="Isaac George Smith" userId="f563a7fb-a1f3-425b-85cb-16f41ba44821" providerId="ADAL" clId="{BA0A20DE-4719-4C86-8CD6-FA01DAE0A720}" dt="2026-03-19T04:28:59.026" v="2426"/>
          <ac:picMkLst>
            <pc:docMk/>
            <pc:sldMk cId="138143178" sldId="288"/>
            <ac:picMk id="6" creationId="{E4E51F99-8A59-1D6A-6FA5-F54CB81BB841}"/>
          </ac:picMkLst>
        </pc:picChg>
      </pc:sldChg>
      <pc:sldChg chg="new del">
        <pc:chgData name="Isaac George Smith" userId="f563a7fb-a1f3-425b-85cb-16f41ba44821" providerId="ADAL" clId="{BA0A20DE-4719-4C86-8CD6-FA01DAE0A720}" dt="2026-03-19T03:33:14.577" v="2168" actId="47"/>
        <pc:sldMkLst>
          <pc:docMk/>
          <pc:sldMk cId="1038463040" sldId="288"/>
        </pc:sldMkLst>
      </pc:sldChg>
      <pc:sldChg chg="addSp delSp modSp add mod modTransition modAnim">
        <pc:chgData name="Isaac George Smith" userId="f563a7fb-a1f3-425b-85cb-16f41ba44821" providerId="ADAL" clId="{BA0A20DE-4719-4C86-8CD6-FA01DAE0A720}" dt="2026-03-19T04:28:59.026" v="2426"/>
        <pc:sldMkLst>
          <pc:docMk/>
          <pc:sldMk cId="4009208720" sldId="289"/>
        </pc:sldMkLst>
        <pc:picChg chg="add del mod">
          <ac:chgData name="Isaac George Smith" userId="f563a7fb-a1f3-425b-85cb-16f41ba44821" providerId="ADAL" clId="{BA0A20DE-4719-4C86-8CD6-FA01DAE0A720}" dt="2026-03-19T04:28:59.026" v="2426"/>
          <ac:picMkLst>
            <pc:docMk/>
            <pc:sldMk cId="4009208720" sldId="289"/>
            <ac:picMk id="19" creationId="{89533244-5C6D-4ED7-C134-C199CC442E74}"/>
          </ac:picMkLst>
        </pc:picChg>
        <pc:picChg chg="mod">
          <ac:chgData name="Isaac George Smith" userId="f563a7fb-a1f3-425b-85cb-16f41ba44821" providerId="ADAL" clId="{BA0A20DE-4719-4C86-8CD6-FA01DAE0A720}" dt="2026-03-19T03:44:38.492" v="2221" actId="1076"/>
          <ac:picMkLst>
            <pc:docMk/>
            <pc:sldMk cId="4009208720" sldId="289"/>
            <ac:picMk id="39" creationId="{3012454D-9BB3-0940-42E2-6CE61A583F90}"/>
          </ac:picMkLst>
        </pc:picChg>
      </pc:sldChg>
    </pc:docChg>
  </pc:docChgLst>
  <pc:docChgLst>
    <pc:chgData name="Isaac George Smith" userId="f563a7fb-a1f3-425b-85cb-16f41ba44821" providerId="ADAL" clId="{6362824F-6DB5-461A-AB1A-2F208A0DEB47}"/>
    <pc:docChg chg="undo custSel addSld delSld modSld sldOrd">
      <pc:chgData name="Isaac George Smith" userId="f563a7fb-a1f3-425b-85cb-16f41ba44821" providerId="ADAL" clId="{6362824F-6DB5-461A-AB1A-2F208A0DEB47}" dt="2026-03-18T23:48:01.371" v="906" actId="20577"/>
      <pc:docMkLst>
        <pc:docMk/>
      </pc:docMkLst>
      <pc:sldChg chg="modSp mod">
        <pc:chgData name="Isaac George Smith" userId="f563a7fb-a1f3-425b-85cb-16f41ba44821" providerId="ADAL" clId="{6362824F-6DB5-461A-AB1A-2F208A0DEB47}" dt="2026-03-18T23:21:54.627" v="570" actId="20577"/>
        <pc:sldMkLst>
          <pc:docMk/>
          <pc:sldMk cId="4154333393" sldId="256"/>
        </pc:sldMkLst>
        <pc:spChg chg="mod">
          <ac:chgData name="Isaac George Smith" userId="f563a7fb-a1f3-425b-85cb-16f41ba44821" providerId="ADAL" clId="{6362824F-6DB5-461A-AB1A-2F208A0DEB47}" dt="2026-03-18T23:21:48.162" v="568" actId="20577"/>
          <ac:spMkLst>
            <pc:docMk/>
            <pc:sldMk cId="4154333393" sldId="256"/>
            <ac:spMk id="2" creationId="{00000000-0000-0000-0000-000000000000}"/>
          </ac:spMkLst>
        </pc:spChg>
        <pc:spChg chg="mod">
          <ac:chgData name="Isaac George Smith" userId="f563a7fb-a1f3-425b-85cb-16f41ba44821" providerId="ADAL" clId="{6362824F-6DB5-461A-AB1A-2F208A0DEB47}" dt="2026-03-18T23:21:54.627" v="570" actId="20577"/>
          <ac:spMkLst>
            <pc:docMk/>
            <pc:sldMk cId="4154333393" sldId="256"/>
            <ac:spMk id="3" creationId="{00000000-0000-0000-0000-000000000000}"/>
          </ac:spMkLst>
        </pc:spChg>
      </pc:sldChg>
      <pc:sldChg chg="del">
        <pc:chgData name="Isaac George Smith" userId="f563a7fb-a1f3-425b-85cb-16f41ba44821" providerId="ADAL" clId="{6362824F-6DB5-461A-AB1A-2F208A0DEB47}" dt="2026-03-18T15:23:38.717" v="0" actId="47"/>
        <pc:sldMkLst>
          <pc:docMk/>
          <pc:sldMk cId="3762119740" sldId="262"/>
        </pc:sldMkLst>
      </pc:sldChg>
      <pc:sldChg chg="del">
        <pc:chgData name="Isaac George Smith" userId="f563a7fb-a1f3-425b-85cb-16f41ba44821" providerId="ADAL" clId="{6362824F-6DB5-461A-AB1A-2F208A0DEB47}" dt="2026-03-18T15:23:38.717" v="0" actId="47"/>
        <pc:sldMkLst>
          <pc:docMk/>
          <pc:sldMk cId="383422169" sldId="264"/>
        </pc:sldMkLst>
      </pc:sldChg>
      <pc:sldChg chg="del">
        <pc:chgData name="Isaac George Smith" userId="f563a7fb-a1f3-425b-85cb-16f41ba44821" providerId="ADAL" clId="{6362824F-6DB5-461A-AB1A-2F208A0DEB47}" dt="2026-03-18T15:23:38.717" v="0" actId="47"/>
        <pc:sldMkLst>
          <pc:docMk/>
          <pc:sldMk cId="2247908988" sldId="268"/>
        </pc:sldMkLst>
      </pc:sldChg>
      <pc:sldChg chg="delSp modSp del mod">
        <pc:chgData name="Isaac George Smith" userId="f563a7fb-a1f3-425b-85cb-16f41ba44821" providerId="ADAL" clId="{6362824F-6DB5-461A-AB1A-2F208A0DEB47}" dt="2026-03-18T20:47:22.069" v="88" actId="47"/>
        <pc:sldMkLst>
          <pc:docMk/>
          <pc:sldMk cId="2026519207" sldId="269"/>
        </pc:sldMkLst>
        <pc:spChg chg="mod">
          <ac:chgData name="Isaac George Smith" userId="f563a7fb-a1f3-425b-85cb-16f41ba44821" providerId="ADAL" clId="{6362824F-6DB5-461A-AB1A-2F208A0DEB47}" dt="2026-03-18T20:46:52.093" v="65" actId="20577"/>
          <ac:spMkLst>
            <pc:docMk/>
            <pc:sldMk cId="2026519207" sldId="269"/>
            <ac:spMk id="2" creationId="{2CCF4C49-8B42-73B6-7BB2-2F477CB53559}"/>
          </ac:spMkLst>
        </pc:spChg>
        <pc:spChg chg="mod">
          <ac:chgData name="Isaac George Smith" userId="f563a7fb-a1f3-425b-85cb-16f41ba44821" providerId="ADAL" clId="{6362824F-6DB5-461A-AB1A-2F208A0DEB47}" dt="2026-03-18T20:47:04.446" v="68" actId="27636"/>
          <ac:spMkLst>
            <pc:docMk/>
            <pc:sldMk cId="2026519207" sldId="269"/>
            <ac:spMk id="3" creationId="{25927AC1-709B-1689-7833-DC2966AC4846}"/>
          </ac:spMkLst>
        </pc:spChg>
        <pc:picChg chg="del">
          <ac:chgData name="Isaac George Smith" userId="f563a7fb-a1f3-425b-85cb-16f41ba44821" providerId="ADAL" clId="{6362824F-6DB5-461A-AB1A-2F208A0DEB47}" dt="2026-03-18T20:47:06.561" v="69" actId="478"/>
          <ac:picMkLst>
            <pc:docMk/>
            <pc:sldMk cId="2026519207" sldId="269"/>
            <ac:picMk id="5" creationId="{4C4C9EA1-334C-B35F-62A8-6E9AB06BD34A}"/>
          </ac:picMkLst>
        </pc:picChg>
        <pc:picChg chg="del">
          <ac:chgData name="Isaac George Smith" userId="f563a7fb-a1f3-425b-85cb-16f41ba44821" providerId="ADAL" clId="{6362824F-6DB5-461A-AB1A-2F208A0DEB47}" dt="2026-03-18T20:47:06.987" v="70" actId="478"/>
          <ac:picMkLst>
            <pc:docMk/>
            <pc:sldMk cId="2026519207" sldId="269"/>
            <ac:picMk id="6" creationId="{E95B2E29-FC7C-5EAC-277B-2F014EF10D25}"/>
          </ac:picMkLst>
        </pc:picChg>
        <pc:picChg chg="del">
          <ac:chgData name="Isaac George Smith" userId="f563a7fb-a1f3-425b-85cb-16f41ba44821" providerId="ADAL" clId="{6362824F-6DB5-461A-AB1A-2F208A0DEB47}" dt="2026-03-18T20:47:07.861" v="72" actId="478"/>
          <ac:picMkLst>
            <pc:docMk/>
            <pc:sldMk cId="2026519207" sldId="269"/>
            <ac:picMk id="8" creationId="{99EB5F70-708B-6D9C-D545-9A600AB5428E}"/>
          </ac:picMkLst>
        </pc:picChg>
        <pc:picChg chg="del">
          <ac:chgData name="Isaac George Smith" userId="f563a7fb-a1f3-425b-85cb-16f41ba44821" providerId="ADAL" clId="{6362824F-6DB5-461A-AB1A-2F208A0DEB47}" dt="2026-03-18T20:47:07.455" v="71" actId="478"/>
          <ac:picMkLst>
            <pc:docMk/>
            <pc:sldMk cId="2026519207" sldId="269"/>
            <ac:picMk id="10" creationId="{2BA2FEC3-2321-7FFC-CB7D-FAD7F30A38D8}"/>
          </ac:picMkLst>
        </pc:picChg>
      </pc:sldChg>
      <pc:sldChg chg="modSp new mod">
        <pc:chgData name="Isaac George Smith" userId="f563a7fb-a1f3-425b-85cb-16f41ba44821" providerId="ADAL" clId="{6362824F-6DB5-461A-AB1A-2F208A0DEB47}" dt="2026-03-18T20:47:16.065" v="87" actId="20577"/>
        <pc:sldMkLst>
          <pc:docMk/>
          <pc:sldMk cId="3339117042" sldId="270"/>
        </pc:sldMkLst>
        <pc:spChg chg="mod">
          <ac:chgData name="Isaac George Smith" userId="f563a7fb-a1f3-425b-85cb-16f41ba44821" providerId="ADAL" clId="{6362824F-6DB5-461A-AB1A-2F208A0DEB47}" dt="2026-03-18T20:47:16.065" v="87" actId="20577"/>
          <ac:spMkLst>
            <pc:docMk/>
            <pc:sldMk cId="3339117042" sldId="270"/>
            <ac:spMk id="2" creationId="{A144A74A-A70F-0FBF-5738-98EF08A50637}"/>
          </ac:spMkLst>
        </pc:spChg>
      </pc:sldChg>
      <pc:sldChg chg="del">
        <pc:chgData name="Isaac George Smith" userId="f563a7fb-a1f3-425b-85cb-16f41ba44821" providerId="ADAL" clId="{6362824F-6DB5-461A-AB1A-2F208A0DEB47}" dt="2026-03-18T15:23:38.717" v="0" actId="47"/>
        <pc:sldMkLst>
          <pc:docMk/>
          <pc:sldMk cId="3340685601" sldId="270"/>
        </pc:sldMkLst>
      </pc:sldChg>
      <pc:sldChg chg="modSp add mod ord">
        <pc:chgData name="Isaac George Smith" userId="f563a7fb-a1f3-425b-85cb-16f41ba44821" providerId="ADAL" clId="{6362824F-6DB5-461A-AB1A-2F208A0DEB47}" dt="2026-03-18T23:24:12.482" v="786" actId="20577"/>
        <pc:sldMkLst>
          <pc:docMk/>
          <pc:sldMk cId="3021484612" sldId="271"/>
        </pc:sldMkLst>
        <pc:spChg chg="mod">
          <ac:chgData name="Isaac George Smith" userId="f563a7fb-a1f3-425b-85cb-16f41ba44821" providerId="ADAL" clId="{6362824F-6DB5-461A-AB1A-2F208A0DEB47}" dt="2026-03-18T20:47:30.498" v="119" actId="20577"/>
          <ac:spMkLst>
            <pc:docMk/>
            <pc:sldMk cId="3021484612" sldId="271"/>
            <ac:spMk id="2" creationId="{B42AB722-7606-7DA5-9EE6-AFA248ECD291}"/>
          </ac:spMkLst>
        </pc:spChg>
        <pc:spChg chg="mod">
          <ac:chgData name="Isaac George Smith" userId="f563a7fb-a1f3-425b-85cb-16f41ba44821" providerId="ADAL" clId="{6362824F-6DB5-461A-AB1A-2F208A0DEB47}" dt="2026-03-18T23:24:12.482" v="786" actId="20577"/>
          <ac:spMkLst>
            <pc:docMk/>
            <pc:sldMk cId="3021484612" sldId="271"/>
            <ac:spMk id="3" creationId="{ED19073D-C1FC-E6C1-E6DB-D2910D1A80E8}"/>
          </ac:spMkLst>
        </pc:spChg>
      </pc:sldChg>
      <pc:sldChg chg="del">
        <pc:chgData name="Isaac George Smith" userId="f563a7fb-a1f3-425b-85cb-16f41ba44821" providerId="ADAL" clId="{6362824F-6DB5-461A-AB1A-2F208A0DEB47}" dt="2026-03-18T15:23:38.717" v="0" actId="47"/>
        <pc:sldMkLst>
          <pc:docMk/>
          <pc:sldMk cId="3245410035" sldId="271"/>
        </pc:sldMkLst>
      </pc:sldChg>
      <pc:sldChg chg="modSp add mod">
        <pc:chgData name="Isaac George Smith" userId="f563a7fb-a1f3-425b-85cb-16f41ba44821" providerId="ADAL" clId="{6362824F-6DB5-461A-AB1A-2F208A0DEB47}" dt="2026-03-18T23:19:25.978" v="231" actId="20577"/>
        <pc:sldMkLst>
          <pc:docMk/>
          <pc:sldMk cId="712432679" sldId="272"/>
        </pc:sldMkLst>
        <pc:spChg chg="mod">
          <ac:chgData name="Isaac George Smith" userId="f563a7fb-a1f3-425b-85cb-16f41ba44821" providerId="ADAL" clId="{6362824F-6DB5-461A-AB1A-2F208A0DEB47}" dt="2026-03-18T23:19:25.978" v="231" actId="20577"/>
          <ac:spMkLst>
            <pc:docMk/>
            <pc:sldMk cId="712432679" sldId="272"/>
            <ac:spMk id="2" creationId="{0AD94389-7E97-A8A3-7E03-24312C0690C3}"/>
          </ac:spMkLst>
        </pc:spChg>
      </pc:sldChg>
      <pc:sldChg chg="del">
        <pc:chgData name="Isaac George Smith" userId="f563a7fb-a1f3-425b-85cb-16f41ba44821" providerId="ADAL" clId="{6362824F-6DB5-461A-AB1A-2F208A0DEB47}" dt="2026-03-18T15:23:38.717" v="0" actId="47"/>
        <pc:sldMkLst>
          <pc:docMk/>
          <pc:sldMk cId="265720658" sldId="273"/>
        </pc:sldMkLst>
      </pc:sldChg>
      <pc:sldChg chg="addSp delSp modSp new mod">
        <pc:chgData name="Isaac George Smith" userId="f563a7fb-a1f3-425b-85cb-16f41ba44821" providerId="ADAL" clId="{6362824F-6DB5-461A-AB1A-2F208A0DEB47}" dt="2026-03-18T23:47:48.979" v="885" actId="478"/>
        <pc:sldMkLst>
          <pc:docMk/>
          <pc:sldMk cId="4189360885" sldId="273"/>
        </pc:sldMkLst>
        <pc:spChg chg="mod">
          <ac:chgData name="Isaac George Smith" userId="f563a7fb-a1f3-425b-85cb-16f41ba44821" providerId="ADAL" clId="{6362824F-6DB5-461A-AB1A-2F208A0DEB47}" dt="2026-03-18T23:22:59.491" v="586" actId="20577"/>
          <ac:spMkLst>
            <pc:docMk/>
            <pc:sldMk cId="4189360885" sldId="273"/>
            <ac:spMk id="2" creationId="{DDB52DF1-334F-28D9-3529-D30A7C42A02F}"/>
          </ac:spMkLst>
        </pc:spChg>
        <pc:spChg chg="del">
          <ac:chgData name="Isaac George Smith" userId="f563a7fb-a1f3-425b-85cb-16f41ba44821" providerId="ADAL" clId="{6362824F-6DB5-461A-AB1A-2F208A0DEB47}" dt="2026-03-18T23:47:16.534" v="881"/>
          <ac:spMkLst>
            <pc:docMk/>
            <pc:sldMk cId="4189360885" sldId="273"/>
            <ac:spMk id="3" creationId="{302645C3-E6E5-9888-7C7C-FC4CB2F87A01}"/>
          </ac:spMkLst>
        </pc:spChg>
        <pc:spChg chg="del">
          <ac:chgData name="Isaac George Smith" userId="f563a7fb-a1f3-425b-85cb-16f41ba44821" providerId="ADAL" clId="{6362824F-6DB5-461A-AB1A-2F208A0DEB47}" dt="2026-03-18T23:47:40.505" v="882"/>
          <ac:spMkLst>
            <pc:docMk/>
            <pc:sldMk cId="4189360885" sldId="273"/>
            <ac:spMk id="4" creationId="{FAC62730-7449-EE49-06E5-1BF0C0AD7ADF}"/>
          </ac:spMkLst>
        </pc:spChg>
        <pc:spChg chg="add mod">
          <ac:chgData name="Isaac George Smith" userId="f563a7fb-a1f3-425b-85cb-16f41ba44821" providerId="ADAL" clId="{6362824F-6DB5-461A-AB1A-2F208A0DEB47}" dt="2026-03-18T23:47:47.693" v="884" actId="478"/>
          <ac:spMkLst>
            <pc:docMk/>
            <pc:sldMk cId="4189360885" sldId="273"/>
            <ac:spMk id="6" creationId="{2389ACE7-19F5-658D-F343-BEDF3DFE07C9}"/>
          </ac:spMkLst>
        </pc:spChg>
        <pc:spChg chg="add mod">
          <ac:chgData name="Isaac George Smith" userId="f563a7fb-a1f3-425b-85cb-16f41ba44821" providerId="ADAL" clId="{6362824F-6DB5-461A-AB1A-2F208A0DEB47}" dt="2026-03-18T23:47:48.979" v="885" actId="478"/>
          <ac:spMkLst>
            <pc:docMk/>
            <pc:sldMk cId="4189360885" sldId="273"/>
            <ac:spMk id="7" creationId="{A56B8CE5-A7BA-2355-3D7F-4918136C19C7}"/>
          </ac:spMkLst>
        </pc:spChg>
        <pc:picChg chg="add del mod">
          <ac:chgData name="Isaac George Smith" userId="f563a7fb-a1f3-425b-85cb-16f41ba44821" providerId="ADAL" clId="{6362824F-6DB5-461A-AB1A-2F208A0DEB47}" dt="2026-03-18T23:47:47.693" v="884" actId="478"/>
          <ac:picMkLst>
            <pc:docMk/>
            <pc:sldMk cId="4189360885" sldId="273"/>
            <ac:picMk id="3074" creationId="{100744C4-24FB-1CDD-91E6-96D6E48C550C}"/>
          </ac:picMkLst>
        </pc:picChg>
        <pc:picChg chg="add del mod">
          <ac:chgData name="Isaac George Smith" userId="f563a7fb-a1f3-425b-85cb-16f41ba44821" providerId="ADAL" clId="{6362824F-6DB5-461A-AB1A-2F208A0DEB47}" dt="2026-03-18T23:47:48.979" v="885" actId="478"/>
          <ac:picMkLst>
            <pc:docMk/>
            <pc:sldMk cId="4189360885" sldId="273"/>
            <ac:picMk id="3076" creationId="{9BE840E2-E441-EA28-04EC-2963DBDFCC09}"/>
          </ac:picMkLst>
        </pc:picChg>
      </pc:sldChg>
      <pc:sldChg chg="addSp delSp modSp new mod ord">
        <pc:chgData name="Isaac George Smith" userId="f563a7fb-a1f3-425b-85cb-16f41ba44821" providerId="ADAL" clId="{6362824F-6DB5-461A-AB1A-2F208A0DEB47}" dt="2026-03-18T23:19:17.473" v="227" actId="22"/>
        <pc:sldMkLst>
          <pc:docMk/>
          <pc:sldMk cId="1739140153" sldId="274"/>
        </pc:sldMkLst>
        <pc:spChg chg="mod">
          <ac:chgData name="Isaac George Smith" userId="f563a7fb-a1f3-425b-85cb-16f41ba44821" providerId="ADAL" clId="{6362824F-6DB5-461A-AB1A-2F208A0DEB47}" dt="2026-03-18T20:48:36.390" v="224" actId="20577"/>
          <ac:spMkLst>
            <pc:docMk/>
            <pc:sldMk cId="1739140153" sldId="274"/>
            <ac:spMk id="2" creationId="{1184ECF2-FF77-3F97-9F24-262D357DE54C}"/>
          </ac:spMkLst>
        </pc:spChg>
        <pc:spChg chg="add del">
          <ac:chgData name="Isaac George Smith" userId="f563a7fb-a1f3-425b-85cb-16f41ba44821" providerId="ADAL" clId="{6362824F-6DB5-461A-AB1A-2F208A0DEB47}" dt="2026-03-18T23:19:17.473" v="227" actId="22"/>
          <ac:spMkLst>
            <pc:docMk/>
            <pc:sldMk cId="1739140153" sldId="274"/>
            <ac:spMk id="4" creationId="{191057F3-1695-CD93-E454-61CEB7A261E8}"/>
          </ac:spMkLst>
        </pc:spChg>
        <pc:picChg chg="add del mod ord">
          <ac:chgData name="Isaac George Smith" userId="f563a7fb-a1f3-425b-85cb-16f41ba44821" providerId="ADAL" clId="{6362824F-6DB5-461A-AB1A-2F208A0DEB47}" dt="2026-03-18T23:19:17.473" v="227" actId="22"/>
          <ac:picMkLst>
            <pc:docMk/>
            <pc:sldMk cId="1739140153" sldId="274"/>
            <ac:picMk id="7" creationId="{8EE9D52D-5BE9-CD1A-9CAA-6C55BA890A8A}"/>
          </ac:picMkLst>
        </pc:picChg>
      </pc:sldChg>
      <pc:sldChg chg="del">
        <pc:chgData name="Isaac George Smith" userId="f563a7fb-a1f3-425b-85cb-16f41ba44821" providerId="ADAL" clId="{6362824F-6DB5-461A-AB1A-2F208A0DEB47}" dt="2026-03-18T15:23:38.717" v="0" actId="47"/>
        <pc:sldMkLst>
          <pc:docMk/>
          <pc:sldMk cId="3944903206" sldId="274"/>
        </pc:sldMkLst>
      </pc:sldChg>
      <pc:sldChg chg="del">
        <pc:chgData name="Isaac George Smith" userId="f563a7fb-a1f3-425b-85cb-16f41ba44821" providerId="ADAL" clId="{6362824F-6DB5-461A-AB1A-2F208A0DEB47}" dt="2026-03-18T15:23:38.717" v="0" actId="47"/>
        <pc:sldMkLst>
          <pc:docMk/>
          <pc:sldMk cId="528033462" sldId="275"/>
        </pc:sldMkLst>
      </pc:sldChg>
      <pc:sldChg chg="modSp new mod">
        <pc:chgData name="Isaac George Smith" userId="f563a7fb-a1f3-425b-85cb-16f41ba44821" providerId="ADAL" clId="{6362824F-6DB5-461A-AB1A-2F208A0DEB47}" dt="2026-03-18T20:48:21.125" v="200" actId="20577"/>
        <pc:sldMkLst>
          <pc:docMk/>
          <pc:sldMk cId="3238321830" sldId="275"/>
        </pc:sldMkLst>
        <pc:spChg chg="mod">
          <ac:chgData name="Isaac George Smith" userId="f563a7fb-a1f3-425b-85cb-16f41ba44821" providerId="ADAL" clId="{6362824F-6DB5-461A-AB1A-2F208A0DEB47}" dt="2026-03-18T20:48:21.125" v="200" actId="20577"/>
          <ac:spMkLst>
            <pc:docMk/>
            <pc:sldMk cId="3238321830" sldId="275"/>
            <ac:spMk id="2" creationId="{5FB2F203-6F4D-2D53-49AF-872602CF8F3D}"/>
          </ac:spMkLst>
        </pc:spChg>
      </pc:sldChg>
      <pc:sldChg chg="modSp add mod">
        <pc:chgData name="Isaac George Smith" userId="f563a7fb-a1f3-425b-85cb-16f41ba44821" providerId="ADAL" clId="{6362824F-6DB5-461A-AB1A-2F208A0DEB47}" dt="2026-03-18T23:21:17.129" v="566" actId="27636"/>
        <pc:sldMkLst>
          <pc:docMk/>
          <pc:sldMk cId="1734938761" sldId="276"/>
        </pc:sldMkLst>
        <pc:spChg chg="mod">
          <ac:chgData name="Isaac George Smith" userId="f563a7fb-a1f3-425b-85cb-16f41ba44821" providerId="ADAL" clId="{6362824F-6DB5-461A-AB1A-2F208A0DEB47}" dt="2026-03-18T23:19:57.415" v="274" actId="20577"/>
          <ac:spMkLst>
            <pc:docMk/>
            <pc:sldMk cId="1734938761" sldId="276"/>
            <ac:spMk id="2" creationId="{1EFBA354-352F-BD36-A4EA-7EA71787FF84}"/>
          </ac:spMkLst>
        </pc:spChg>
        <pc:spChg chg="mod">
          <ac:chgData name="Isaac George Smith" userId="f563a7fb-a1f3-425b-85cb-16f41ba44821" providerId="ADAL" clId="{6362824F-6DB5-461A-AB1A-2F208A0DEB47}" dt="2026-03-18T23:21:17.129" v="566" actId="27636"/>
          <ac:spMkLst>
            <pc:docMk/>
            <pc:sldMk cId="1734938761" sldId="276"/>
            <ac:spMk id="3" creationId="{4FE797C6-DDF5-A401-7BC8-77B9BDEBE196}"/>
          </ac:spMkLst>
        </pc:spChg>
        <pc:spChg chg="mod">
          <ac:chgData name="Isaac George Smith" userId="f563a7fb-a1f3-425b-85cb-16f41ba44821" providerId="ADAL" clId="{6362824F-6DB5-461A-AB1A-2F208A0DEB47}" dt="2026-03-18T23:21:17.129" v="565" actId="27636"/>
          <ac:spMkLst>
            <pc:docMk/>
            <pc:sldMk cId="1734938761" sldId="276"/>
            <ac:spMk id="4" creationId="{4F7BC3A7-3E32-5667-BFB6-05EAFFFC7140}"/>
          </ac:spMkLst>
        </pc:spChg>
      </pc:sldChg>
      <pc:sldChg chg="addSp delSp modSp new mod">
        <pc:chgData name="Isaac George Smith" userId="f563a7fb-a1f3-425b-85cb-16f41ba44821" providerId="ADAL" clId="{6362824F-6DB5-461A-AB1A-2F208A0DEB47}" dt="2026-03-18T23:19:33.314" v="233" actId="22"/>
        <pc:sldMkLst>
          <pc:docMk/>
          <pc:sldMk cId="1149707740" sldId="277"/>
        </pc:sldMkLst>
        <pc:spChg chg="del">
          <ac:chgData name="Isaac George Smith" userId="f563a7fb-a1f3-425b-85cb-16f41ba44821" providerId="ADAL" clId="{6362824F-6DB5-461A-AB1A-2F208A0DEB47}" dt="2026-03-18T23:19:33.314" v="233" actId="22"/>
          <ac:spMkLst>
            <pc:docMk/>
            <pc:sldMk cId="1149707740" sldId="277"/>
            <ac:spMk id="4" creationId="{9E49CAF9-FEA9-19D5-6BB6-A29FDF4491ED}"/>
          </ac:spMkLst>
        </pc:spChg>
        <pc:picChg chg="add mod ord">
          <ac:chgData name="Isaac George Smith" userId="f563a7fb-a1f3-425b-85cb-16f41ba44821" providerId="ADAL" clId="{6362824F-6DB5-461A-AB1A-2F208A0DEB47}" dt="2026-03-18T23:19:33.314" v="233" actId="22"/>
          <ac:picMkLst>
            <pc:docMk/>
            <pc:sldMk cId="1149707740" sldId="277"/>
            <ac:picMk id="7" creationId="{AAF6EEC8-4DB0-7B73-D8DD-49EA1B6AC0F3}"/>
          </ac:picMkLst>
        </pc:picChg>
      </pc:sldChg>
      <pc:sldChg chg="addSp delSp modSp new mod">
        <pc:chgData name="Isaac George Smith" userId="f563a7fb-a1f3-425b-85cb-16f41ba44821" providerId="ADAL" clId="{6362824F-6DB5-461A-AB1A-2F208A0DEB47}" dt="2026-03-18T23:46:36.525" v="880" actId="20577"/>
        <pc:sldMkLst>
          <pc:docMk/>
          <pc:sldMk cId="125400653" sldId="278"/>
        </pc:sldMkLst>
        <pc:spChg chg="mod">
          <ac:chgData name="Isaac George Smith" userId="f563a7fb-a1f3-425b-85cb-16f41ba44821" providerId="ADAL" clId="{6362824F-6DB5-461A-AB1A-2F208A0DEB47}" dt="2026-03-18T23:23:08.634" v="606" actId="20577"/>
          <ac:spMkLst>
            <pc:docMk/>
            <pc:sldMk cId="125400653" sldId="278"/>
            <ac:spMk id="2" creationId="{77D74A8A-DE69-3467-EF4D-87E988D27DF6}"/>
          </ac:spMkLst>
        </pc:spChg>
        <pc:spChg chg="del">
          <ac:chgData name="Isaac George Smith" userId="f563a7fb-a1f3-425b-85cb-16f41ba44821" providerId="ADAL" clId="{6362824F-6DB5-461A-AB1A-2F208A0DEB47}" dt="2026-03-18T23:42:22.963" v="790"/>
          <ac:spMkLst>
            <pc:docMk/>
            <pc:sldMk cId="125400653" sldId="278"/>
            <ac:spMk id="3" creationId="{CF9A3A0C-D7E2-B04C-859A-BED5C032EB98}"/>
          </ac:spMkLst>
        </pc:spChg>
        <pc:spChg chg="mod">
          <ac:chgData name="Isaac George Smith" userId="f563a7fb-a1f3-425b-85cb-16f41ba44821" providerId="ADAL" clId="{6362824F-6DB5-461A-AB1A-2F208A0DEB47}" dt="2026-03-18T23:46:36.525" v="880" actId="20577"/>
          <ac:spMkLst>
            <pc:docMk/>
            <pc:sldMk cId="125400653" sldId="278"/>
            <ac:spMk id="4" creationId="{4D5DFBAF-FEE1-383B-CECD-B349E209234C}"/>
          </ac:spMkLst>
        </pc:spChg>
        <pc:picChg chg="add mod">
          <ac:chgData name="Isaac George Smith" userId="f563a7fb-a1f3-425b-85cb-16f41ba44821" providerId="ADAL" clId="{6362824F-6DB5-461A-AB1A-2F208A0DEB47}" dt="2026-03-18T23:42:22.963" v="790"/>
          <ac:picMkLst>
            <pc:docMk/>
            <pc:sldMk cId="125400653" sldId="278"/>
            <ac:picMk id="2050" creationId="{E9BACB54-631A-270F-61A8-F68306368230}"/>
          </ac:picMkLst>
        </pc:picChg>
      </pc:sldChg>
      <pc:sldChg chg="modSp new mod">
        <pc:chgData name="Isaac George Smith" userId="f563a7fb-a1f3-425b-85cb-16f41ba44821" providerId="ADAL" clId="{6362824F-6DB5-461A-AB1A-2F208A0DEB47}" dt="2026-03-18T23:48:01.371" v="906" actId="20577"/>
        <pc:sldMkLst>
          <pc:docMk/>
          <pc:sldMk cId="544039422" sldId="279"/>
        </pc:sldMkLst>
        <pc:spChg chg="mod">
          <ac:chgData name="Isaac George Smith" userId="f563a7fb-a1f3-425b-85cb-16f41ba44821" providerId="ADAL" clId="{6362824F-6DB5-461A-AB1A-2F208A0DEB47}" dt="2026-03-18T23:48:01.371" v="906" actId="20577"/>
          <ac:spMkLst>
            <pc:docMk/>
            <pc:sldMk cId="544039422" sldId="279"/>
            <ac:spMk id="2" creationId="{FADEE093-4C74-0F21-68F8-5BF7144DD02D}"/>
          </ac:spMkLst>
        </pc:spChg>
      </pc:sldChg>
      <pc:sldChg chg="del">
        <pc:chgData name="Isaac George Smith" userId="f563a7fb-a1f3-425b-85cb-16f41ba44821" providerId="ADAL" clId="{6362824F-6DB5-461A-AB1A-2F208A0DEB47}" dt="2026-03-18T15:23:38.717" v="0" actId="47"/>
        <pc:sldMkLst>
          <pc:docMk/>
          <pc:sldMk cId="2360685552" sldId="279"/>
        </pc:sldMkLst>
      </pc:sldChg>
      <pc:sldChg chg="addSp delSp modSp new mod">
        <pc:chgData name="Isaac George Smith" userId="f563a7fb-a1f3-425b-85cb-16f41ba44821" providerId="ADAL" clId="{6362824F-6DB5-461A-AB1A-2F208A0DEB47}" dt="2026-03-18T23:47:55.786" v="902" actId="20577"/>
        <pc:sldMkLst>
          <pc:docMk/>
          <pc:sldMk cId="243680461" sldId="280"/>
        </pc:sldMkLst>
        <pc:spChg chg="mod">
          <ac:chgData name="Isaac George Smith" userId="f563a7fb-a1f3-425b-85cb-16f41ba44821" providerId="ADAL" clId="{6362824F-6DB5-461A-AB1A-2F208A0DEB47}" dt="2026-03-18T23:47:55.786" v="902" actId="20577"/>
          <ac:spMkLst>
            <pc:docMk/>
            <pc:sldMk cId="243680461" sldId="280"/>
            <ac:spMk id="2" creationId="{110E91E6-D074-3612-7533-0B3B8B811497}"/>
          </ac:spMkLst>
        </pc:spChg>
        <pc:spChg chg="del">
          <ac:chgData name="Isaac George Smith" userId="f563a7fb-a1f3-425b-85cb-16f41ba44821" providerId="ADAL" clId="{6362824F-6DB5-461A-AB1A-2F208A0DEB47}" dt="2026-03-18T23:39:44.851" v="788"/>
          <ac:spMkLst>
            <pc:docMk/>
            <pc:sldMk cId="243680461" sldId="280"/>
            <ac:spMk id="3" creationId="{84AFA13D-4950-D051-33E5-77EFF1030B1C}"/>
          </ac:spMkLst>
        </pc:spChg>
        <pc:spChg chg="del">
          <ac:chgData name="Isaac George Smith" userId="f563a7fb-a1f3-425b-85cb-16f41ba44821" providerId="ADAL" clId="{6362824F-6DB5-461A-AB1A-2F208A0DEB47}" dt="2026-03-18T23:39:57.257" v="789"/>
          <ac:spMkLst>
            <pc:docMk/>
            <pc:sldMk cId="243680461" sldId="280"/>
            <ac:spMk id="4" creationId="{2C9160F6-BD76-1B68-EA42-D59B4C412EE8}"/>
          </ac:spMkLst>
        </pc:spChg>
        <pc:picChg chg="add mod">
          <ac:chgData name="Isaac George Smith" userId="f563a7fb-a1f3-425b-85cb-16f41ba44821" providerId="ADAL" clId="{6362824F-6DB5-461A-AB1A-2F208A0DEB47}" dt="2026-03-18T23:39:44.851" v="788"/>
          <ac:picMkLst>
            <pc:docMk/>
            <pc:sldMk cId="243680461" sldId="280"/>
            <ac:picMk id="1026" creationId="{FA4FB720-56BE-941A-BEBA-5081DF216D5D}"/>
          </ac:picMkLst>
        </pc:picChg>
        <pc:picChg chg="add mod">
          <ac:chgData name="Isaac George Smith" userId="f563a7fb-a1f3-425b-85cb-16f41ba44821" providerId="ADAL" clId="{6362824F-6DB5-461A-AB1A-2F208A0DEB47}" dt="2026-03-18T23:39:57.257" v="789"/>
          <ac:picMkLst>
            <pc:docMk/>
            <pc:sldMk cId="243680461" sldId="280"/>
            <ac:picMk id="1028" creationId="{B41055D5-EDD5-1A8E-02B1-BF8F167FD57F}"/>
          </ac:picMkLst>
        </pc:picChg>
      </pc:sldChg>
      <pc:sldChg chg="add">
        <pc:chgData name="Isaac George Smith" userId="f563a7fb-a1f3-425b-85cb-16f41ba44821" providerId="ADAL" clId="{6362824F-6DB5-461A-AB1A-2F208A0DEB47}" dt="2026-03-18T23:47:45.611" v="883"/>
        <pc:sldMkLst>
          <pc:docMk/>
          <pc:sldMk cId="318965693" sldId="281"/>
        </pc:sldMkLst>
      </pc:sldChg>
      <pc:sldChg chg="del">
        <pc:chgData name="Isaac George Smith" userId="f563a7fb-a1f3-425b-85cb-16f41ba44821" providerId="ADAL" clId="{6362824F-6DB5-461A-AB1A-2F208A0DEB47}" dt="2026-03-18T15:23:38.717" v="0" actId="47"/>
        <pc:sldMkLst>
          <pc:docMk/>
          <pc:sldMk cId="1040859981" sldId="282"/>
        </pc:sldMkLst>
      </pc:sldChg>
      <pc:sldChg chg="del">
        <pc:chgData name="Isaac George Smith" userId="f563a7fb-a1f3-425b-85cb-16f41ba44821" providerId="ADAL" clId="{6362824F-6DB5-461A-AB1A-2F208A0DEB47}" dt="2026-03-18T15:23:38.717" v="0" actId="47"/>
        <pc:sldMkLst>
          <pc:docMk/>
          <pc:sldMk cId="4248669988" sldId="290"/>
        </pc:sldMkLst>
      </pc:sldChg>
      <pc:sldChg chg="del">
        <pc:chgData name="Isaac George Smith" userId="f563a7fb-a1f3-425b-85cb-16f41ba44821" providerId="ADAL" clId="{6362824F-6DB5-461A-AB1A-2F208A0DEB47}" dt="2026-03-18T15:23:38.717" v="0" actId="47"/>
        <pc:sldMkLst>
          <pc:docMk/>
          <pc:sldMk cId="3660142304" sldId="291"/>
        </pc:sldMkLst>
      </pc:sldChg>
      <pc:sldChg chg="del">
        <pc:chgData name="Isaac George Smith" userId="f563a7fb-a1f3-425b-85cb-16f41ba44821" providerId="ADAL" clId="{6362824F-6DB5-461A-AB1A-2F208A0DEB47}" dt="2026-03-18T15:23:38.717" v="0" actId="47"/>
        <pc:sldMkLst>
          <pc:docMk/>
          <pc:sldMk cId="417035206" sldId="293"/>
        </pc:sldMkLst>
      </pc:sldChg>
      <pc:sldChg chg="del">
        <pc:chgData name="Isaac George Smith" userId="f563a7fb-a1f3-425b-85cb-16f41ba44821" providerId="ADAL" clId="{6362824F-6DB5-461A-AB1A-2F208A0DEB47}" dt="2026-03-18T15:23:38.717" v="0" actId="47"/>
        <pc:sldMkLst>
          <pc:docMk/>
          <pc:sldMk cId="2005643262" sldId="294"/>
        </pc:sldMkLst>
      </pc:sldChg>
      <pc:sldChg chg="del">
        <pc:chgData name="Isaac George Smith" userId="f563a7fb-a1f3-425b-85cb-16f41ba44821" providerId="ADAL" clId="{6362824F-6DB5-461A-AB1A-2F208A0DEB47}" dt="2026-03-18T15:23:38.717" v="0" actId="47"/>
        <pc:sldMkLst>
          <pc:docMk/>
          <pc:sldMk cId="3074610795" sldId="29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6D1952-4C8C-594A-8D47-CC3EBD31CD69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32E9FD-FA40-FC48-8917-175ED0BCC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20482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E82BA9-193E-D440-8A2C-9653656F2AE3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63C63D-0C1A-0E4C-A0BD-8D65A9542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70561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63C63D-0C1A-0E4C-A0BD-8D65A9542426}" type="slidenum">
              <a:rPr lang="en-US" smtClean="0"/>
              <a:t>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6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tor Pag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1542060"/>
            <a:ext cx="9144000" cy="2054160"/>
          </a:xfrm>
        </p:spPr>
        <p:txBody>
          <a:bodyPr/>
          <a:lstStyle>
            <a:lvl1pPr algn="ctr">
              <a:defRPr>
                <a:solidFill>
                  <a:srgbClr val="404040"/>
                </a:solidFill>
                <a:latin typeface="Arial"/>
              </a:defRPr>
            </a:lvl1pPr>
          </a:lstStyle>
          <a:p>
            <a:r>
              <a:rPr lang="en-US" dirty="0"/>
              <a:t>Separator </a:t>
            </a:r>
          </a:p>
        </p:txBody>
      </p:sp>
      <p:pic>
        <p:nvPicPr>
          <p:cNvPr id="4" name="Picture 3" descr="NWU PPT Wide Opt 4 - No Wordmark_Separator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773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D3421027-4EC0-9C48-8CFB-B8A3104CB056}" type="datetime1">
              <a:rPr lang="en-US" smtClean="0"/>
              <a:pPr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200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FA5DAB8B-8178-D047-869E-5A62AF236443}" type="datetime1">
              <a:rPr lang="en-US" smtClean="0"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408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  <a:lvl2pPr>
              <a:defRPr>
                <a:latin typeface="Arial"/>
              </a:defRPr>
            </a:lvl2pPr>
            <a:lvl3pPr>
              <a:defRPr>
                <a:latin typeface="Arial"/>
              </a:defRPr>
            </a:lvl3pPr>
            <a:lvl4pPr>
              <a:defRPr>
                <a:latin typeface="Arial"/>
              </a:defRPr>
            </a:lvl4pPr>
            <a:lvl5pPr>
              <a:defRPr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B9AB8213-A564-3C44-8CA0-968996562138}" type="datetime1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566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>
            <a:normAutofit/>
          </a:bodyPr>
          <a:lstStyle>
            <a:lvl1pPr algn="l">
              <a:defRPr sz="3200" b="1" cap="all"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0A83DA12-03A5-114A-ABAE-78CD6BB6AC19}" type="datetime1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636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>
                <a:latin typeface="Arial"/>
              </a:defRPr>
            </a:lvl1pPr>
            <a:lvl2pPr>
              <a:defRPr sz="2400">
                <a:latin typeface="Arial"/>
              </a:defRPr>
            </a:lvl2pPr>
            <a:lvl3pPr>
              <a:defRPr sz="2000">
                <a:latin typeface="Arial"/>
              </a:defRPr>
            </a:lvl3pPr>
            <a:lvl4pPr>
              <a:defRPr sz="1800">
                <a:latin typeface="Arial"/>
              </a:defRPr>
            </a:lvl4pPr>
            <a:lvl5pPr>
              <a:defRPr sz="1800">
                <a:latin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>
                <a:latin typeface="Arial"/>
              </a:defRPr>
            </a:lvl1pPr>
            <a:lvl2pPr>
              <a:defRPr sz="2400">
                <a:latin typeface="Arial"/>
              </a:defRPr>
            </a:lvl2pPr>
            <a:lvl3pPr>
              <a:defRPr sz="2000">
                <a:latin typeface="Arial"/>
              </a:defRPr>
            </a:lvl3pPr>
            <a:lvl4pPr>
              <a:defRPr sz="1800">
                <a:latin typeface="Arial"/>
              </a:defRPr>
            </a:lvl4pPr>
            <a:lvl5pPr>
              <a:defRPr sz="1800">
                <a:latin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FFF386F-14E4-954A-9EC2-E277FFD66D49}" type="datetime1">
              <a:rPr lang="en-US" smtClean="0"/>
              <a:pPr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727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>
                <a:latin typeface="Arial"/>
              </a:defRPr>
            </a:lvl1pPr>
            <a:lvl2pPr>
              <a:defRPr sz="2000">
                <a:latin typeface="Arial"/>
              </a:defRPr>
            </a:lvl2pPr>
            <a:lvl3pPr>
              <a:defRPr sz="1800">
                <a:latin typeface="Arial"/>
              </a:defRPr>
            </a:lvl3pPr>
            <a:lvl4pPr>
              <a:defRPr sz="1600">
                <a:latin typeface="Arial"/>
              </a:defRPr>
            </a:lvl4pPr>
            <a:lvl5pPr>
              <a:defRPr sz="1600">
                <a:latin typeface="Arial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>
                <a:latin typeface="Arial"/>
              </a:defRPr>
            </a:lvl1pPr>
            <a:lvl2pPr>
              <a:defRPr sz="2000">
                <a:latin typeface="Arial"/>
              </a:defRPr>
            </a:lvl2pPr>
            <a:lvl3pPr>
              <a:defRPr sz="1800">
                <a:latin typeface="Arial"/>
              </a:defRPr>
            </a:lvl3pPr>
            <a:lvl4pPr>
              <a:defRPr sz="1600">
                <a:latin typeface="Arial"/>
              </a:defRPr>
            </a:lvl4pPr>
            <a:lvl5pPr>
              <a:defRPr sz="1600">
                <a:latin typeface="Arial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D8FFCF06-3344-8345-BEA6-DDAEFCC6ECCE}" type="datetime1">
              <a:rPr lang="en-US" smtClean="0"/>
              <a:pPr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770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84C6D879-35D4-554E-9D6D-93E8130AA922}" type="datetime1">
              <a:rPr lang="en-US" smtClean="0"/>
              <a:pPr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20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>
                <a:latin typeface="Arial"/>
              </a:defRPr>
            </a:lvl1pPr>
            <a:lvl2pPr>
              <a:defRPr sz="2800">
                <a:latin typeface="Arial"/>
              </a:defRPr>
            </a:lvl2pPr>
            <a:lvl3pPr>
              <a:defRPr sz="2400">
                <a:latin typeface="Arial"/>
              </a:defRPr>
            </a:lvl3pPr>
            <a:lvl4pPr>
              <a:defRPr sz="2000">
                <a:latin typeface="Arial"/>
              </a:defRPr>
            </a:lvl4pPr>
            <a:lvl5pPr>
              <a:defRPr sz="2000">
                <a:latin typeface="Arial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>
                <a:latin typeface="Arial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AB182AE3-760A-8E44-AB65-03A533386DFC}" type="datetime1">
              <a:rPr lang="en-US" smtClean="0"/>
              <a:pPr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246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>
                <a:latin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>
                <a:latin typeface="Arial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B362BA78-8688-C546-A03A-2A39F84C0B58}" type="datetime1">
              <a:rPr lang="en-US" smtClean="0"/>
              <a:pPr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278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Arial"/>
              </a:defRPr>
            </a:lvl1pPr>
            <a:lvl2pPr>
              <a:defRPr>
                <a:latin typeface="Arial"/>
              </a:defRPr>
            </a:lvl2pPr>
            <a:lvl3pPr>
              <a:defRPr>
                <a:latin typeface="Arial"/>
              </a:defRPr>
            </a:lvl3pPr>
            <a:lvl4pPr>
              <a:defRPr>
                <a:latin typeface="Arial"/>
              </a:defRPr>
            </a:lvl4pPr>
            <a:lvl5pPr>
              <a:defRPr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EF5B9135-15EF-DE46-84CC-16626B0FAF7F}" type="datetime1">
              <a:rPr lang="en-US" smtClean="0"/>
              <a:pPr/>
              <a:t>3/18/2026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3136197" y="-30456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0293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>
            <a:lvl1pPr>
              <a:defRPr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>
            <a:lvl1pPr>
              <a:defRPr>
                <a:latin typeface="Arial"/>
              </a:defRPr>
            </a:lvl1pPr>
            <a:lvl2pPr>
              <a:defRPr>
                <a:latin typeface="Arial"/>
              </a:defRPr>
            </a:lvl2pPr>
            <a:lvl3pPr>
              <a:defRPr>
                <a:latin typeface="Arial"/>
              </a:defRPr>
            </a:lvl3pPr>
            <a:lvl4pPr>
              <a:defRPr>
                <a:latin typeface="Arial"/>
              </a:defRPr>
            </a:lvl4pPr>
            <a:lvl5pPr>
              <a:defRPr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77ADD-011F-3541-9724-9C7FC92455D5}" type="datetime1">
              <a:rPr lang="en-US" smtClean="0"/>
              <a:t>3/18/2026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232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NWU PPT Wide Opt 4 - No Wordmark_Master.jpg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8C176C-065F-124D-AAA4-94F2B7A2EC7C}" type="datetime1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960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5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NWU PPT Wide Opt 4 - No Wordmark_Cover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9144002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717" y="1308172"/>
            <a:ext cx="8463283" cy="79589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Residual Deep O Net Applied to Molecular Dynamics Simulation of Polymer Diodes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6218" y="2578282"/>
            <a:ext cx="8463282" cy="948879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Isaac Smith</a:t>
            </a:r>
          </a:p>
          <a:p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Mar 18 2026</a:t>
            </a:r>
          </a:p>
        </p:txBody>
      </p:sp>
    </p:spTree>
    <p:extLst>
      <p:ext uri="{BB962C8B-B14F-4D97-AF65-F5344CB8AC3E}">
        <p14:creationId xmlns:p14="http://schemas.microsoft.com/office/powerpoint/2010/main" val="4154333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965F2-055E-F6B5-86C2-DA7D3FA59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AB722-7606-7DA5-9EE6-AFA248ECD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Polymer Diodes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9073D-C1FC-E6C1-E6DB-D2910D1A80E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Flexible LEDs</a:t>
            </a:r>
          </a:p>
          <a:p>
            <a:r>
              <a:rPr lang="en-US" dirty="0"/>
              <a:t>Brain-computer interfaces</a:t>
            </a:r>
          </a:p>
          <a:p>
            <a:r>
              <a:rPr lang="en-US" dirty="0"/>
              <a:t>Sensing applications</a:t>
            </a:r>
          </a:p>
          <a:p>
            <a:pPr lvl="1"/>
            <a:r>
              <a:rPr lang="en-US" dirty="0"/>
              <a:t>Light</a:t>
            </a:r>
          </a:p>
          <a:p>
            <a:pPr lvl="1"/>
            <a:r>
              <a:rPr lang="en-US" dirty="0"/>
              <a:t>pH</a:t>
            </a:r>
          </a:p>
          <a:p>
            <a:pPr lvl="1"/>
            <a:r>
              <a:rPr lang="en-US" dirty="0"/>
              <a:t>And more..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03188D-221D-542D-5CA0-63026DC94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12CD-FCB1-464E-A775-0B83FDDACE03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1026" name="Picture 2" descr="Graphical abstract: Full-solution processed, flexible, top-emitting polymer light-emitting diodes based on printed Ag electrodes">
            <a:extLst>
              <a:ext uri="{FF2B5EF4-FFF2-40B4-BE49-F238E27FC236}">
                <a16:creationId xmlns:a16="http://schemas.microsoft.com/office/drawing/2014/main" id="{E0953582-1418-AC33-34D6-5AF7F377592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0856" y="1621655"/>
            <a:ext cx="4339781" cy="2175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7074BB-BF22-DA7F-0330-8A23DF7299D9}"/>
              </a:ext>
            </a:extLst>
          </p:cNvPr>
          <p:cNvSpPr txBox="1"/>
          <p:nvPr/>
        </p:nvSpPr>
        <p:spPr>
          <a:xfrm>
            <a:off x="3690152" y="4237608"/>
            <a:ext cx="563732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Zhen et al. 2017. Full-solution processed, flexible, top-emitting polymer light-emitting diodes based on printed Ag electrodes.</a:t>
            </a:r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021484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2F203-6F4D-2D53-49AF-872602CF8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Our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D5720-718F-7670-89E3-F4EAE1EA35E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Mobile ions moving in a </a:t>
            </a:r>
            <a:r>
              <a:rPr lang="en-US" dirty="0" err="1"/>
              <a:t>polyion</a:t>
            </a:r>
            <a:r>
              <a:rPr lang="en-US" dirty="0"/>
              <a:t> matrix</a:t>
            </a:r>
          </a:p>
          <a:p>
            <a:r>
              <a:rPr lang="en-US" dirty="0"/>
              <a:t>We want to model the current as a function of applied electric voltage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50318A-E76D-FCC2-569F-B4093CCA4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12CD-FCB1-464E-A775-0B83FDDACE03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18BEC02-2937-7E15-E9DF-C7FC27F805BE}"/>
              </a:ext>
            </a:extLst>
          </p:cNvPr>
          <p:cNvSpPr/>
          <p:nvPr/>
        </p:nvSpPr>
        <p:spPr>
          <a:xfrm>
            <a:off x="5117084" y="2485191"/>
            <a:ext cx="3930535" cy="217264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>
                <a:solidFill>
                  <a:schemeClr val="tx1"/>
                </a:solidFill>
              </a:rPr>
              <a:t>Mobile Cations, Fixed Polyanions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BC26A20-69A0-60A4-6ABC-8EB0472BE361}"/>
              </a:ext>
            </a:extLst>
          </p:cNvPr>
          <p:cNvSpPr/>
          <p:nvPr/>
        </p:nvSpPr>
        <p:spPr>
          <a:xfrm>
            <a:off x="5117084" y="312550"/>
            <a:ext cx="3930535" cy="2172642"/>
          </a:xfrm>
          <a:prstGeom prst="rect">
            <a:avLst/>
          </a:prstGeom>
          <a:solidFill>
            <a:srgbClr val="FFB7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Mobile Anions, Fixed Polycations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FDAACE53-99B1-DAE6-8538-2B80382F6D1D}"/>
              </a:ext>
            </a:extLst>
          </p:cNvPr>
          <p:cNvSpPr/>
          <p:nvPr/>
        </p:nvSpPr>
        <p:spPr>
          <a:xfrm>
            <a:off x="5233463" y="674153"/>
            <a:ext cx="3814155" cy="1811038"/>
          </a:xfrm>
          <a:custGeom>
            <a:avLst/>
            <a:gdLst>
              <a:gd name="csX0" fmla="*/ 0 w 3945053"/>
              <a:gd name="csY0" fmla="*/ 1749829 h 1837113"/>
              <a:gd name="csX1" fmla="*/ 83128 w 3945053"/>
              <a:gd name="csY1" fmla="*/ 1745673 h 1837113"/>
              <a:gd name="csX2" fmla="*/ 120535 w 3945053"/>
              <a:gd name="csY2" fmla="*/ 1729047 h 1837113"/>
              <a:gd name="csX3" fmla="*/ 282633 w 3945053"/>
              <a:gd name="csY3" fmla="*/ 1641764 h 1837113"/>
              <a:gd name="csX4" fmla="*/ 436419 w 3945053"/>
              <a:gd name="csY4" fmla="*/ 1525385 h 1837113"/>
              <a:gd name="csX5" fmla="*/ 536171 w 3945053"/>
              <a:gd name="csY5" fmla="*/ 1379913 h 1837113"/>
              <a:gd name="csX6" fmla="*/ 515389 w 3945053"/>
              <a:gd name="csY6" fmla="*/ 1076498 h 1837113"/>
              <a:gd name="csX7" fmla="*/ 457200 w 3945053"/>
              <a:gd name="csY7" fmla="*/ 985058 h 1837113"/>
              <a:gd name="csX8" fmla="*/ 415637 w 3945053"/>
              <a:gd name="csY8" fmla="*/ 980902 h 1837113"/>
              <a:gd name="csX9" fmla="*/ 320040 w 3945053"/>
              <a:gd name="csY9" fmla="*/ 1001684 h 1837113"/>
              <a:gd name="csX10" fmla="*/ 290946 w 3945053"/>
              <a:gd name="csY10" fmla="*/ 1026622 h 1837113"/>
              <a:gd name="csX11" fmla="*/ 253539 w 3945053"/>
              <a:gd name="csY11" fmla="*/ 1084811 h 1837113"/>
              <a:gd name="csX12" fmla="*/ 241069 w 3945053"/>
              <a:gd name="csY12" fmla="*/ 1126374 h 1837113"/>
              <a:gd name="csX13" fmla="*/ 249382 w 3945053"/>
              <a:gd name="csY13" fmla="*/ 1251065 h 1837113"/>
              <a:gd name="csX14" fmla="*/ 295102 w 3945053"/>
              <a:gd name="csY14" fmla="*/ 1338349 h 1837113"/>
              <a:gd name="csX15" fmla="*/ 332509 w 3945053"/>
              <a:gd name="csY15" fmla="*/ 1371600 h 1837113"/>
              <a:gd name="csX16" fmla="*/ 361604 w 3945053"/>
              <a:gd name="csY16" fmla="*/ 1409007 h 1837113"/>
              <a:gd name="csX17" fmla="*/ 415637 w 3945053"/>
              <a:gd name="csY17" fmla="*/ 1450571 h 1837113"/>
              <a:gd name="csX18" fmla="*/ 444731 w 3945053"/>
              <a:gd name="csY18" fmla="*/ 1471353 h 1837113"/>
              <a:gd name="csX19" fmla="*/ 532015 w 3945053"/>
              <a:gd name="csY19" fmla="*/ 1475509 h 1837113"/>
              <a:gd name="csX20" fmla="*/ 735677 w 3945053"/>
              <a:gd name="csY20" fmla="*/ 1438102 h 1837113"/>
              <a:gd name="csX21" fmla="*/ 1147157 w 3945053"/>
              <a:gd name="csY21" fmla="*/ 1359131 h 1837113"/>
              <a:gd name="csX22" fmla="*/ 1350819 w 3945053"/>
              <a:gd name="csY22" fmla="*/ 1400694 h 1837113"/>
              <a:gd name="csX23" fmla="*/ 1409008 w 3945053"/>
              <a:gd name="csY23" fmla="*/ 1504604 h 1837113"/>
              <a:gd name="csX24" fmla="*/ 1421477 w 3945053"/>
              <a:gd name="csY24" fmla="*/ 1562793 h 1837113"/>
              <a:gd name="csX25" fmla="*/ 1359131 w 3945053"/>
              <a:gd name="csY25" fmla="*/ 1641764 h 1837113"/>
              <a:gd name="csX26" fmla="*/ 1288473 w 3945053"/>
              <a:gd name="csY26" fmla="*/ 1645920 h 1837113"/>
              <a:gd name="csX27" fmla="*/ 1138844 w 3945053"/>
              <a:gd name="csY27" fmla="*/ 1608513 h 1837113"/>
              <a:gd name="csX28" fmla="*/ 955964 w 3945053"/>
              <a:gd name="csY28" fmla="*/ 1487978 h 1837113"/>
              <a:gd name="csX29" fmla="*/ 893619 w 3945053"/>
              <a:gd name="csY29" fmla="*/ 1400694 h 1837113"/>
              <a:gd name="csX30" fmla="*/ 860368 w 3945053"/>
              <a:gd name="csY30" fmla="*/ 1080654 h 1837113"/>
              <a:gd name="csX31" fmla="*/ 914400 w 3945053"/>
              <a:gd name="csY31" fmla="*/ 997527 h 1837113"/>
              <a:gd name="csX32" fmla="*/ 972589 w 3945053"/>
              <a:gd name="csY32" fmla="*/ 955964 h 1837113"/>
              <a:gd name="csX33" fmla="*/ 1059873 w 3945053"/>
              <a:gd name="csY33" fmla="*/ 935182 h 1837113"/>
              <a:gd name="csX34" fmla="*/ 1350819 w 3945053"/>
              <a:gd name="csY34" fmla="*/ 947651 h 1837113"/>
              <a:gd name="csX35" fmla="*/ 1637608 w 3945053"/>
              <a:gd name="csY35" fmla="*/ 968433 h 1837113"/>
              <a:gd name="csX36" fmla="*/ 1808019 w 3945053"/>
              <a:gd name="csY36" fmla="*/ 960120 h 1837113"/>
              <a:gd name="csX37" fmla="*/ 2069869 w 3945053"/>
              <a:gd name="csY37" fmla="*/ 839585 h 1837113"/>
              <a:gd name="csX38" fmla="*/ 2194560 w 3945053"/>
              <a:gd name="csY38" fmla="*/ 714894 h 1837113"/>
              <a:gd name="csX39" fmla="*/ 2269375 w 3945053"/>
              <a:gd name="csY39" fmla="*/ 548640 h 1837113"/>
              <a:gd name="csX40" fmla="*/ 2198717 w 3945053"/>
              <a:gd name="csY40" fmla="*/ 241069 h 1837113"/>
              <a:gd name="csX41" fmla="*/ 2123902 w 3945053"/>
              <a:gd name="csY41" fmla="*/ 174567 h 1837113"/>
              <a:gd name="csX42" fmla="*/ 2057400 w 3945053"/>
              <a:gd name="csY42" fmla="*/ 166254 h 1837113"/>
              <a:gd name="csX43" fmla="*/ 1762299 w 3945053"/>
              <a:gd name="csY43" fmla="*/ 253538 h 1837113"/>
              <a:gd name="csX44" fmla="*/ 1720735 w 3945053"/>
              <a:gd name="csY44" fmla="*/ 324196 h 1837113"/>
              <a:gd name="csX45" fmla="*/ 1712422 w 3945053"/>
              <a:gd name="csY45" fmla="*/ 436418 h 1837113"/>
              <a:gd name="csX46" fmla="*/ 1903615 w 3945053"/>
              <a:gd name="csY46" fmla="*/ 806334 h 1837113"/>
              <a:gd name="csX47" fmla="*/ 1995055 w 3945053"/>
              <a:gd name="csY47" fmla="*/ 980902 h 1837113"/>
              <a:gd name="csX48" fmla="*/ 2011680 w 3945053"/>
              <a:gd name="csY48" fmla="*/ 1113905 h 1837113"/>
              <a:gd name="csX49" fmla="*/ 1945179 w 3945053"/>
              <a:gd name="csY49" fmla="*/ 1230284 h 1837113"/>
              <a:gd name="csX50" fmla="*/ 1666702 w 3945053"/>
              <a:gd name="csY50" fmla="*/ 1413164 h 1837113"/>
              <a:gd name="csX51" fmla="*/ 1400695 w 3945053"/>
              <a:gd name="csY51" fmla="*/ 1450571 h 1837113"/>
              <a:gd name="csX52" fmla="*/ 1284317 w 3945053"/>
              <a:gd name="csY52" fmla="*/ 1396538 h 1837113"/>
              <a:gd name="csX53" fmla="*/ 1051560 w 3945053"/>
              <a:gd name="csY53" fmla="*/ 993371 h 1837113"/>
              <a:gd name="csX54" fmla="*/ 1126375 w 3945053"/>
              <a:gd name="csY54" fmla="*/ 764771 h 1837113"/>
              <a:gd name="csX55" fmla="*/ 1375757 w 3945053"/>
              <a:gd name="csY55" fmla="*/ 619298 h 1837113"/>
              <a:gd name="csX56" fmla="*/ 1571106 w 3945053"/>
              <a:gd name="csY56" fmla="*/ 656705 h 1837113"/>
              <a:gd name="csX57" fmla="*/ 1704109 w 3945053"/>
              <a:gd name="csY57" fmla="*/ 752302 h 1837113"/>
              <a:gd name="csX58" fmla="*/ 2078182 w 3945053"/>
              <a:gd name="csY58" fmla="*/ 985058 h 1837113"/>
              <a:gd name="csX59" fmla="*/ 2298469 w 3945053"/>
              <a:gd name="csY59" fmla="*/ 1068185 h 1837113"/>
              <a:gd name="csX60" fmla="*/ 2398222 w 3945053"/>
              <a:gd name="csY60" fmla="*/ 1101436 h 1837113"/>
              <a:gd name="csX61" fmla="*/ 2522913 w 3945053"/>
              <a:gd name="csY61" fmla="*/ 1113905 h 1837113"/>
              <a:gd name="csX62" fmla="*/ 2739044 w 3945053"/>
              <a:gd name="csY62" fmla="*/ 1097280 h 1837113"/>
              <a:gd name="csX63" fmla="*/ 2992582 w 3945053"/>
              <a:gd name="csY63" fmla="*/ 1018309 h 1837113"/>
              <a:gd name="csX64" fmla="*/ 3129742 w 3945053"/>
              <a:gd name="csY64" fmla="*/ 939338 h 1837113"/>
              <a:gd name="csX65" fmla="*/ 3241964 w 3945053"/>
              <a:gd name="csY65" fmla="*/ 852054 h 1837113"/>
              <a:gd name="csX66" fmla="*/ 3350029 w 3945053"/>
              <a:gd name="csY66" fmla="*/ 694113 h 1837113"/>
              <a:gd name="csX67" fmla="*/ 3308466 w 3945053"/>
              <a:gd name="csY67" fmla="*/ 486294 h 1837113"/>
              <a:gd name="csX68" fmla="*/ 3154680 w 3945053"/>
              <a:gd name="csY68" fmla="*/ 340822 h 1837113"/>
              <a:gd name="csX69" fmla="*/ 3100648 w 3945053"/>
              <a:gd name="csY69" fmla="*/ 328353 h 1837113"/>
              <a:gd name="csX70" fmla="*/ 2913611 w 3945053"/>
              <a:gd name="csY70" fmla="*/ 411480 h 1837113"/>
              <a:gd name="csX71" fmla="*/ 2888673 w 3945053"/>
              <a:gd name="csY71" fmla="*/ 461356 h 1837113"/>
              <a:gd name="csX72" fmla="*/ 2872048 w 3945053"/>
              <a:gd name="csY72" fmla="*/ 548640 h 1837113"/>
              <a:gd name="csX73" fmla="*/ 2896986 w 3945053"/>
              <a:gd name="csY73" fmla="*/ 656705 h 1837113"/>
              <a:gd name="csX74" fmla="*/ 3000895 w 3945053"/>
              <a:gd name="csY74" fmla="*/ 960120 h 1837113"/>
              <a:gd name="csX75" fmla="*/ 2996739 w 3945053"/>
              <a:gd name="csY75" fmla="*/ 1226127 h 1837113"/>
              <a:gd name="csX76" fmla="*/ 2926080 w 3945053"/>
              <a:gd name="csY76" fmla="*/ 1346662 h 1837113"/>
              <a:gd name="csX77" fmla="*/ 2838797 w 3945053"/>
              <a:gd name="csY77" fmla="*/ 1421476 h 1837113"/>
              <a:gd name="csX78" fmla="*/ 2697480 w 3945053"/>
              <a:gd name="csY78" fmla="*/ 1467196 h 1837113"/>
              <a:gd name="csX79" fmla="*/ 2514600 w 3945053"/>
              <a:gd name="csY79" fmla="*/ 1429789 h 1837113"/>
              <a:gd name="csX80" fmla="*/ 2456411 w 3945053"/>
              <a:gd name="csY80" fmla="*/ 1325880 h 1837113"/>
              <a:gd name="csX81" fmla="*/ 2485506 w 3945053"/>
              <a:gd name="csY81" fmla="*/ 1263534 h 1837113"/>
              <a:gd name="csX82" fmla="*/ 2510444 w 3945053"/>
              <a:gd name="csY82" fmla="*/ 1259378 h 1837113"/>
              <a:gd name="csX83" fmla="*/ 2680855 w 3945053"/>
              <a:gd name="csY83" fmla="*/ 1354974 h 1837113"/>
              <a:gd name="csX84" fmla="*/ 2996739 w 3945053"/>
              <a:gd name="csY84" fmla="*/ 1629294 h 1837113"/>
              <a:gd name="csX85" fmla="*/ 3175462 w 3945053"/>
              <a:gd name="csY85" fmla="*/ 1662545 h 1837113"/>
              <a:gd name="csX86" fmla="*/ 3258589 w 3945053"/>
              <a:gd name="csY86" fmla="*/ 1658389 h 1837113"/>
              <a:gd name="csX87" fmla="*/ 3337560 w 3945053"/>
              <a:gd name="csY87" fmla="*/ 1612669 h 1837113"/>
              <a:gd name="csX88" fmla="*/ 3487189 w 3945053"/>
              <a:gd name="csY88" fmla="*/ 1438102 h 1837113"/>
              <a:gd name="csX89" fmla="*/ 3483033 w 3945053"/>
              <a:gd name="csY89" fmla="*/ 1163782 h 1837113"/>
              <a:gd name="csX90" fmla="*/ 3304309 w 3945053"/>
              <a:gd name="csY90" fmla="*/ 1014153 h 1837113"/>
              <a:gd name="csX91" fmla="*/ 3046615 w 3945053"/>
              <a:gd name="csY91" fmla="*/ 918556 h 1837113"/>
              <a:gd name="csX92" fmla="*/ 2809702 w 3945053"/>
              <a:gd name="csY92" fmla="*/ 806334 h 1837113"/>
              <a:gd name="csX93" fmla="*/ 2743200 w 3945053"/>
              <a:gd name="csY93" fmla="*/ 735676 h 1837113"/>
              <a:gd name="csX94" fmla="*/ 2705793 w 3945053"/>
              <a:gd name="csY94" fmla="*/ 656705 h 1837113"/>
              <a:gd name="csX95" fmla="*/ 2709949 w 3945053"/>
              <a:gd name="csY95" fmla="*/ 544484 h 1837113"/>
              <a:gd name="csX96" fmla="*/ 2901142 w 3945053"/>
              <a:gd name="csY96" fmla="*/ 340822 h 1837113"/>
              <a:gd name="csX97" fmla="*/ 3013364 w 3945053"/>
              <a:gd name="csY97" fmla="*/ 307571 h 1837113"/>
              <a:gd name="csX98" fmla="*/ 3179619 w 3945053"/>
              <a:gd name="csY98" fmla="*/ 344978 h 1837113"/>
              <a:gd name="csX99" fmla="*/ 3325091 w 3945053"/>
              <a:gd name="csY99" fmla="*/ 594360 h 1837113"/>
              <a:gd name="csX100" fmla="*/ 3187931 w 3945053"/>
              <a:gd name="csY100" fmla="*/ 735676 h 1837113"/>
              <a:gd name="csX101" fmla="*/ 2556164 w 3945053"/>
              <a:gd name="csY101" fmla="*/ 985058 h 1837113"/>
              <a:gd name="csX102" fmla="*/ 2423160 w 3945053"/>
              <a:gd name="csY102" fmla="*/ 1076498 h 1837113"/>
              <a:gd name="csX103" fmla="*/ 2340033 w 3945053"/>
              <a:gd name="csY103" fmla="*/ 1201189 h 1837113"/>
              <a:gd name="csX104" fmla="*/ 2319251 w 3945053"/>
              <a:gd name="csY104" fmla="*/ 1296785 h 1837113"/>
              <a:gd name="csX105" fmla="*/ 2094808 w 3945053"/>
              <a:gd name="csY105" fmla="*/ 1625138 h 1837113"/>
              <a:gd name="csX106" fmla="*/ 1866208 w 3945053"/>
              <a:gd name="csY106" fmla="*/ 1650076 h 1837113"/>
              <a:gd name="csX107" fmla="*/ 1612669 w 3945053"/>
              <a:gd name="csY107" fmla="*/ 1637607 h 1837113"/>
              <a:gd name="csX108" fmla="*/ 1126375 w 3945053"/>
              <a:gd name="csY108" fmla="*/ 1230284 h 1837113"/>
              <a:gd name="csX109" fmla="*/ 1055717 w 3945053"/>
              <a:gd name="csY109" fmla="*/ 1018309 h 1837113"/>
              <a:gd name="csX110" fmla="*/ 1263535 w 3945053"/>
              <a:gd name="csY110" fmla="*/ 785553 h 1837113"/>
              <a:gd name="csX111" fmla="*/ 1471353 w 3945053"/>
              <a:gd name="csY111" fmla="*/ 702425 h 1837113"/>
              <a:gd name="csX112" fmla="*/ 1596044 w 3945053"/>
              <a:gd name="csY112" fmla="*/ 594360 h 1837113"/>
              <a:gd name="csX113" fmla="*/ 1546168 w 3945053"/>
              <a:gd name="csY113" fmla="*/ 241069 h 1837113"/>
              <a:gd name="csX114" fmla="*/ 1421477 w 3945053"/>
              <a:gd name="csY114" fmla="*/ 133004 h 1837113"/>
              <a:gd name="csX115" fmla="*/ 1197033 w 3945053"/>
              <a:gd name="csY115" fmla="*/ 91440 h 1837113"/>
              <a:gd name="csX116" fmla="*/ 881149 w 3945053"/>
              <a:gd name="csY116" fmla="*/ 103909 h 1837113"/>
              <a:gd name="csX117" fmla="*/ 556953 w 3945053"/>
              <a:gd name="csY117" fmla="*/ 369916 h 1837113"/>
              <a:gd name="csX118" fmla="*/ 315884 w 3945053"/>
              <a:gd name="csY118" fmla="*/ 822960 h 1837113"/>
              <a:gd name="csX119" fmla="*/ 249382 w 3945053"/>
              <a:gd name="csY119" fmla="*/ 814647 h 1837113"/>
              <a:gd name="csX120" fmla="*/ 4157 w 3945053"/>
              <a:gd name="csY120" fmla="*/ 394854 h 1837113"/>
              <a:gd name="csX121" fmla="*/ 20782 w 3945053"/>
              <a:gd name="csY121" fmla="*/ 282633 h 1837113"/>
              <a:gd name="csX122" fmla="*/ 311728 w 3945053"/>
              <a:gd name="csY122" fmla="*/ 112222 h 1837113"/>
              <a:gd name="csX123" fmla="*/ 465513 w 3945053"/>
              <a:gd name="csY123" fmla="*/ 145473 h 1837113"/>
              <a:gd name="csX124" fmla="*/ 623455 w 3945053"/>
              <a:gd name="csY124" fmla="*/ 411480 h 1837113"/>
              <a:gd name="csX125" fmla="*/ 760615 w 3945053"/>
              <a:gd name="csY125" fmla="*/ 868680 h 1837113"/>
              <a:gd name="csX126" fmla="*/ 1039091 w 3945053"/>
              <a:gd name="csY126" fmla="*/ 1055716 h 1837113"/>
              <a:gd name="csX127" fmla="*/ 1192877 w 3945053"/>
              <a:gd name="csY127" fmla="*/ 1043247 h 1837113"/>
              <a:gd name="csX128" fmla="*/ 1421477 w 3945053"/>
              <a:gd name="csY128" fmla="*/ 872836 h 1837113"/>
              <a:gd name="csX129" fmla="*/ 1288473 w 3945053"/>
              <a:gd name="csY129" fmla="*/ 361604 h 1837113"/>
              <a:gd name="csX130" fmla="*/ 1167939 w 3945053"/>
              <a:gd name="csY130" fmla="*/ 290945 h 1837113"/>
              <a:gd name="csX131" fmla="*/ 1034935 w 3945053"/>
              <a:gd name="csY131" fmla="*/ 307571 h 1837113"/>
              <a:gd name="csX132" fmla="*/ 669175 w 3945053"/>
              <a:gd name="csY132" fmla="*/ 498764 h 1837113"/>
              <a:gd name="csX133" fmla="*/ 415637 w 3945053"/>
              <a:gd name="csY133" fmla="*/ 781396 h 1837113"/>
              <a:gd name="csX134" fmla="*/ 344979 w 3945053"/>
              <a:gd name="csY134" fmla="*/ 789709 h 1837113"/>
              <a:gd name="csX135" fmla="*/ 282633 w 3945053"/>
              <a:gd name="csY135" fmla="*/ 764771 h 1837113"/>
              <a:gd name="csX136" fmla="*/ 149629 w 3945053"/>
              <a:gd name="csY136" fmla="*/ 448887 h 1837113"/>
              <a:gd name="csX137" fmla="*/ 187037 w 3945053"/>
              <a:gd name="csY137" fmla="*/ 353291 h 1837113"/>
              <a:gd name="csX138" fmla="*/ 303415 w 3945053"/>
              <a:gd name="csY138" fmla="*/ 303414 h 1837113"/>
              <a:gd name="csX139" fmla="*/ 673331 w 3945053"/>
              <a:gd name="csY139" fmla="*/ 353291 h 1837113"/>
              <a:gd name="csX140" fmla="*/ 989215 w 3945053"/>
              <a:gd name="csY140" fmla="*/ 403167 h 1837113"/>
              <a:gd name="csX141" fmla="*/ 1276004 w 3945053"/>
              <a:gd name="csY141" fmla="*/ 249382 h 1837113"/>
              <a:gd name="csX142" fmla="*/ 1450571 w 3945053"/>
              <a:gd name="csY142" fmla="*/ 99753 h 1837113"/>
              <a:gd name="csX143" fmla="*/ 1492135 w 3945053"/>
              <a:gd name="csY143" fmla="*/ 108065 h 1837113"/>
              <a:gd name="csX144" fmla="*/ 1832957 w 3945053"/>
              <a:gd name="csY144" fmla="*/ 465513 h 1837113"/>
              <a:gd name="csX145" fmla="*/ 1870364 w 3945053"/>
              <a:gd name="csY145" fmla="*/ 590204 h 1837113"/>
              <a:gd name="csX146" fmla="*/ 1891146 w 3945053"/>
              <a:gd name="csY146" fmla="*/ 727364 h 1837113"/>
              <a:gd name="csX147" fmla="*/ 1916084 w 3945053"/>
              <a:gd name="csY147" fmla="*/ 864524 h 1837113"/>
              <a:gd name="csX148" fmla="*/ 1932709 w 3945053"/>
              <a:gd name="csY148" fmla="*/ 1005840 h 1837113"/>
              <a:gd name="csX149" fmla="*/ 2132215 w 3945053"/>
              <a:gd name="csY149" fmla="*/ 1267691 h 1837113"/>
              <a:gd name="csX150" fmla="*/ 2331720 w 3945053"/>
              <a:gd name="csY150" fmla="*/ 1342505 h 1837113"/>
              <a:gd name="csX151" fmla="*/ 2510444 w 3945053"/>
              <a:gd name="csY151" fmla="*/ 1346662 h 1837113"/>
              <a:gd name="csX152" fmla="*/ 2809702 w 3945053"/>
              <a:gd name="csY152" fmla="*/ 1072342 h 1837113"/>
              <a:gd name="csX153" fmla="*/ 2547851 w 3945053"/>
              <a:gd name="csY153" fmla="*/ 432262 h 1837113"/>
              <a:gd name="csX154" fmla="*/ 2173779 w 3945053"/>
              <a:gd name="csY154" fmla="*/ 344978 h 1837113"/>
              <a:gd name="csX155" fmla="*/ 1874520 w 3945053"/>
              <a:gd name="csY155" fmla="*/ 527858 h 1837113"/>
              <a:gd name="csX156" fmla="*/ 1558637 w 3945053"/>
              <a:gd name="csY156" fmla="*/ 914400 h 1837113"/>
              <a:gd name="csX157" fmla="*/ 1251066 w 3945053"/>
              <a:gd name="csY157" fmla="*/ 1209502 h 1837113"/>
              <a:gd name="csX158" fmla="*/ 1147157 w 3945053"/>
              <a:gd name="csY158" fmla="*/ 1217814 h 1837113"/>
              <a:gd name="csX159" fmla="*/ 1034935 w 3945053"/>
              <a:gd name="csY159" fmla="*/ 1201189 h 1837113"/>
              <a:gd name="csX160" fmla="*/ 781397 w 3945053"/>
              <a:gd name="csY160" fmla="*/ 835429 h 1837113"/>
              <a:gd name="csX161" fmla="*/ 868680 w 3945053"/>
              <a:gd name="csY161" fmla="*/ 660862 h 1837113"/>
              <a:gd name="csX162" fmla="*/ 1180408 w 3945053"/>
              <a:gd name="csY162" fmla="*/ 615142 h 1837113"/>
              <a:gd name="csX163" fmla="*/ 1620982 w 3945053"/>
              <a:gd name="csY163" fmla="*/ 818804 h 1837113"/>
              <a:gd name="csX164" fmla="*/ 1795549 w 3945053"/>
              <a:gd name="csY164" fmla="*/ 1014153 h 1837113"/>
              <a:gd name="csX165" fmla="*/ 2165466 w 3945053"/>
              <a:gd name="csY165" fmla="*/ 1346662 h 1837113"/>
              <a:gd name="csX166" fmla="*/ 2298469 w 3945053"/>
              <a:gd name="csY166" fmla="*/ 1429789 h 1837113"/>
              <a:gd name="csX167" fmla="*/ 2431473 w 3945053"/>
              <a:gd name="csY167" fmla="*/ 1454727 h 1837113"/>
              <a:gd name="csX168" fmla="*/ 2743200 w 3945053"/>
              <a:gd name="csY168" fmla="*/ 1425633 h 1837113"/>
              <a:gd name="csX169" fmla="*/ 2863735 w 3945053"/>
              <a:gd name="csY169" fmla="*/ 1334193 h 1837113"/>
              <a:gd name="csX170" fmla="*/ 2934393 w 3945053"/>
              <a:gd name="csY170" fmla="*/ 1163782 h 1837113"/>
              <a:gd name="csX171" fmla="*/ 2921924 w 3945053"/>
              <a:gd name="csY171" fmla="*/ 793865 h 1837113"/>
              <a:gd name="csX172" fmla="*/ 2734888 w 3945053"/>
              <a:gd name="csY172" fmla="*/ 490451 h 1837113"/>
              <a:gd name="csX173" fmla="*/ 2651760 w 3945053"/>
              <a:gd name="csY173" fmla="*/ 320040 h 1837113"/>
              <a:gd name="csX174" fmla="*/ 2643448 w 3945053"/>
              <a:gd name="csY174" fmla="*/ 216131 h 1837113"/>
              <a:gd name="csX175" fmla="*/ 2726575 w 3945053"/>
              <a:gd name="csY175" fmla="*/ 137160 h 1837113"/>
              <a:gd name="csX176" fmla="*/ 2921924 w 3945053"/>
              <a:gd name="csY176" fmla="*/ 74814 h 1837113"/>
              <a:gd name="csX177" fmla="*/ 3092335 w 3945053"/>
              <a:gd name="csY177" fmla="*/ 137160 h 1837113"/>
              <a:gd name="csX178" fmla="*/ 3271059 w 3945053"/>
              <a:gd name="csY178" fmla="*/ 299258 h 1837113"/>
              <a:gd name="csX179" fmla="*/ 3320935 w 3945053"/>
              <a:gd name="csY179" fmla="*/ 394854 h 1837113"/>
              <a:gd name="csX180" fmla="*/ 3300153 w 3945053"/>
              <a:gd name="csY180" fmla="*/ 473825 h 1837113"/>
              <a:gd name="csX181" fmla="*/ 3104804 w 3945053"/>
              <a:gd name="csY181" fmla="*/ 548640 h 1837113"/>
              <a:gd name="csX182" fmla="*/ 2884517 w 3945053"/>
              <a:gd name="csY182" fmla="*/ 461356 h 1837113"/>
              <a:gd name="csX183" fmla="*/ 2826328 w 3945053"/>
              <a:gd name="csY183" fmla="*/ 349134 h 1837113"/>
              <a:gd name="csX184" fmla="*/ 2813859 w 3945053"/>
              <a:gd name="csY184" fmla="*/ 99753 h 1837113"/>
              <a:gd name="csX185" fmla="*/ 2872048 w 3945053"/>
              <a:gd name="csY185" fmla="*/ 24938 h 1837113"/>
              <a:gd name="csX186" fmla="*/ 2917768 w 3945053"/>
              <a:gd name="csY186" fmla="*/ 0 h 1837113"/>
              <a:gd name="csX187" fmla="*/ 3005051 w 3945053"/>
              <a:gd name="csY187" fmla="*/ 4156 h 1837113"/>
              <a:gd name="csX188" fmla="*/ 3258589 w 3945053"/>
              <a:gd name="csY188" fmla="*/ 95596 h 1837113"/>
              <a:gd name="csX189" fmla="*/ 3333404 w 3945053"/>
              <a:gd name="csY189" fmla="*/ 153785 h 1837113"/>
              <a:gd name="csX190" fmla="*/ 3470564 w 3945053"/>
              <a:gd name="csY190" fmla="*/ 411480 h 1837113"/>
              <a:gd name="csX191" fmla="*/ 3553691 w 3945053"/>
              <a:gd name="csY191" fmla="*/ 602673 h 1837113"/>
              <a:gd name="csX192" fmla="*/ 3657600 w 3945053"/>
              <a:gd name="csY192" fmla="*/ 752302 h 1837113"/>
              <a:gd name="csX193" fmla="*/ 3828011 w 3945053"/>
              <a:gd name="csY193" fmla="*/ 922713 h 1837113"/>
              <a:gd name="csX194" fmla="*/ 3940233 w 3945053"/>
              <a:gd name="csY194" fmla="*/ 835429 h 1837113"/>
              <a:gd name="csX195" fmla="*/ 3923608 w 3945053"/>
              <a:gd name="csY195" fmla="*/ 764771 h 1837113"/>
              <a:gd name="csX196" fmla="*/ 3815542 w 3945053"/>
              <a:gd name="csY196" fmla="*/ 677487 h 1837113"/>
              <a:gd name="csX197" fmla="*/ 3545379 w 3945053"/>
              <a:gd name="csY197" fmla="*/ 556953 h 1837113"/>
              <a:gd name="csX198" fmla="*/ 3503815 w 3945053"/>
              <a:gd name="csY198" fmla="*/ 586047 h 1837113"/>
              <a:gd name="csX199" fmla="*/ 3412375 w 3945053"/>
              <a:gd name="csY199" fmla="*/ 814647 h 1837113"/>
              <a:gd name="csX200" fmla="*/ 3404062 w 3945053"/>
              <a:gd name="csY200" fmla="*/ 943494 h 1837113"/>
              <a:gd name="csX201" fmla="*/ 3424844 w 3945053"/>
              <a:gd name="csY201" fmla="*/ 1122218 h 1837113"/>
              <a:gd name="csX202" fmla="*/ 3433157 w 3945053"/>
              <a:gd name="csY202" fmla="*/ 1271847 h 1837113"/>
              <a:gd name="csX203" fmla="*/ 3379124 w 3945053"/>
              <a:gd name="csY203" fmla="*/ 1521229 h 1837113"/>
              <a:gd name="csX204" fmla="*/ 3320935 w 3945053"/>
              <a:gd name="csY204" fmla="*/ 1558636 h 1837113"/>
              <a:gd name="csX205" fmla="*/ 3262746 w 3945053"/>
              <a:gd name="csY205" fmla="*/ 1550324 h 1837113"/>
              <a:gd name="csX206" fmla="*/ 2975957 w 3945053"/>
              <a:gd name="csY206" fmla="*/ 1271847 h 1837113"/>
              <a:gd name="csX207" fmla="*/ 2930237 w 3945053"/>
              <a:gd name="csY207" fmla="*/ 1143000 h 1837113"/>
              <a:gd name="csX208" fmla="*/ 2834640 w 3945053"/>
              <a:gd name="csY208" fmla="*/ 839585 h 1837113"/>
              <a:gd name="csX209" fmla="*/ 2743200 w 3945053"/>
              <a:gd name="csY209" fmla="*/ 810491 h 1837113"/>
              <a:gd name="csX210" fmla="*/ 2655917 w 3945053"/>
              <a:gd name="csY210" fmla="*/ 793865 h 1837113"/>
              <a:gd name="csX211" fmla="*/ 2597728 w 3945053"/>
              <a:gd name="csY211" fmla="*/ 798022 h 1837113"/>
              <a:gd name="csX212" fmla="*/ 2502131 w 3945053"/>
              <a:gd name="csY212" fmla="*/ 856211 h 1837113"/>
              <a:gd name="csX213" fmla="*/ 2360815 w 3945053"/>
              <a:gd name="csY213" fmla="*/ 1051560 h 1837113"/>
              <a:gd name="csX214" fmla="*/ 2202873 w 3945053"/>
              <a:gd name="csY214" fmla="*/ 943494 h 1837113"/>
              <a:gd name="csX215" fmla="*/ 1941022 w 3945053"/>
              <a:gd name="csY215" fmla="*/ 590204 h 1837113"/>
              <a:gd name="csX216" fmla="*/ 1982586 w 3945053"/>
              <a:gd name="csY216" fmla="*/ 403167 h 1837113"/>
              <a:gd name="csX217" fmla="*/ 2036619 w 3945053"/>
              <a:gd name="csY217" fmla="*/ 336665 h 1837113"/>
              <a:gd name="csX218" fmla="*/ 2439786 w 3945053"/>
              <a:gd name="csY218" fmla="*/ 266007 h 1837113"/>
              <a:gd name="csX219" fmla="*/ 2531226 w 3945053"/>
              <a:gd name="csY219" fmla="*/ 133004 h 1837113"/>
              <a:gd name="csX220" fmla="*/ 2423160 w 3945053"/>
              <a:gd name="csY220" fmla="*/ 124691 h 1837113"/>
              <a:gd name="csX221" fmla="*/ 2148840 w 3945053"/>
              <a:gd name="csY221" fmla="*/ 149629 h 1837113"/>
              <a:gd name="csX222" fmla="*/ 1866208 w 3945053"/>
              <a:gd name="csY222" fmla="*/ 241069 h 1837113"/>
              <a:gd name="csX223" fmla="*/ 1741517 w 3945053"/>
              <a:gd name="csY223" fmla="*/ 332509 h 1837113"/>
              <a:gd name="csX224" fmla="*/ 1633451 w 3945053"/>
              <a:gd name="csY224" fmla="*/ 619298 h 1837113"/>
              <a:gd name="csX225" fmla="*/ 1596044 w 3945053"/>
              <a:gd name="csY225" fmla="*/ 1047404 h 1837113"/>
              <a:gd name="csX226" fmla="*/ 1496291 w 3945053"/>
              <a:gd name="csY226" fmla="*/ 1280160 h 1837113"/>
              <a:gd name="csX227" fmla="*/ 1201189 w 3945053"/>
              <a:gd name="csY227" fmla="*/ 1404851 h 1837113"/>
              <a:gd name="csX228" fmla="*/ 1055717 w 3945053"/>
              <a:gd name="csY228" fmla="*/ 1388225 h 1837113"/>
              <a:gd name="csX229" fmla="*/ 673331 w 3945053"/>
              <a:gd name="csY229" fmla="*/ 1167938 h 1837113"/>
              <a:gd name="csX230" fmla="*/ 581891 w 3945053"/>
              <a:gd name="csY230" fmla="*/ 1055716 h 1837113"/>
              <a:gd name="csX231" fmla="*/ 457200 w 3945053"/>
              <a:gd name="csY231" fmla="*/ 968433 h 1837113"/>
              <a:gd name="csX232" fmla="*/ 374073 w 3945053"/>
              <a:gd name="csY232" fmla="*/ 955964 h 1837113"/>
              <a:gd name="csX233" fmla="*/ 253539 w 3945053"/>
              <a:gd name="csY233" fmla="*/ 1018309 h 1837113"/>
              <a:gd name="csX234" fmla="*/ 216131 w 3945053"/>
              <a:gd name="csY234" fmla="*/ 1213658 h 1837113"/>
              <a:gd name="csX235" fmla="*/ 344979 w 3945053"/>
              <a:gd name="csY235" fmla="*/ 1425633 h 1837113"/>
              <a:gd name="csX236" fmla="*/ 390699 w 3945053"/>
              <a:gd name="csY236" fmla="*/ 1533698 h 1837113"/>
              <a:gd name="csX237" fmla="*/ 390699 w 3945053"/>
              <a:gd name="csY237" fmla="*/ 1745673 h 1837113"/>
              <a:gd name="csX238" fmla="*/ 336666 w 3945053"/>
              <a:gd name="csY238" fmla="*/ 1837113 h 1837113"/>
              <a:gd name="csX239" fmla="*/ 220288 w 3945053"/>
              <a:gd name="csY239" fmla="*/ 1699953 h 1837113"/>
              <a:gd name="csX240" fmla="*/ 108066 w 3945053"/>
              <a:gd name="csY240" fmla="*/ 1421476 h 1837113"/>
              <a:gd name="csX241" fmla="*/ 145473 w 3945053"/>
              <a:gd name="csY241" fmla="*/ 1234440 h 1837113"/>
              <a:gd name="csX242" fmla="*/ 278477 w 3945053"/>
              <a:gd name="csY242" fmla="*/ 1205345 h 1837113"/>
              <a:gd name="csX243" fmla="*/ 507077 w 3945053"/>
              <a:gd name="csY243" fmla="*/ 1209502 h 1837113"/>
              <a:gd name="csX244" fmla="*/ 827117 w 3945053"/>
              <a:gd name="csY244" fmla="*/ 1267691 h 1837113"/>
              <a:gd name="csX245" fmla="*/ 1300942 w 3945053"/>
              <a:gd name="csY245" fmla="*/ 1375756 h 1837113"/>
              <a:gd name="csX246" fmla="*/ 1691640 w 3945053"/>
              <a:gd name="csY246" fmla="*/ 1504604 h 1837113"/>
              <a:gd name="csX247" fmla="*/ 1895302 w 3945053"/>
              <a:gd name="csY247" fmla="*/ 1566949 h 1837113"/>
              <a:gd name="csX248" fmla="*/ 2082339 w 3945053"/>
              <a:gd name="csY248" fmla="*/ 1575262 h 1837113"/>
              <a:gd name="csX249" fmla="*/ 2360815 w 3945053"/>
              <a:gd name="csY249" fmla="*/ 1409007 h 1837113"/>
              <a:gd name="csX250" fmla="*/ 2410691 w 3945053"/>
              <a:gd name="csY250" fmla="*/ 1305098 h 1837113"/>
              <a:gd name="csX251" fmla="*/ 2294313 w 3945053"/>
              <a:gd name="csY251" fmla="*/ 922713 h 1837113"/>
              <a:gd name="csX252" fmla="*/ 2211186 w 3945053"/>
              <a:gd name="csY252" fmla="*/ 847898 h 1837113"/>
              <a:gd name="csX253" fmla="*/ 2103120 w 3945053"/>
              <a:gd name="csY253" fmla="*/ 839585 h 1837113"/>
              <a:gd name="csX254" fmla="*/ 1812175 w 3945053"/>
              <a:gd name="csY254" fmla="*/ 1014153 h 1837113"/>
              <a:gd name="csX255" fmla="*/ 1699953 w 3945053"/>
              <a:gd name="csY255" fmla="*/ 1205345 h 1837113"/>
              <a:gd name="csX256" fmla="*/ 1641764 w 3945053"/>
              <a:gd name="csY256" fmla="*/ 1384069 h 1837113"/>
              <a:gd name="csX257" fmla="*/ 1471353 w 3945053"/>
              <a:gd name="csY257" fmla="*/ 1591887 h 1837113"/>
              <a:gd name="csX258" fmla="*/ 1317568 w 3945053"/>
              <a:gd name="csY258" fmla="*/ 1616825 h 1837113"/>
              <a:gd name="csX259" fmla="*/ 1192877 w 3945053"/>
              <a:gd name="csY259" fmla="*/ 1566949 h 1837113"/>
              <a:gd name="csX260" fmla="*/ 968433 w 3945053"/>
              <a:gd name="csY260" fmla="*/ 1246909 h 1837113"/>
              <a:gd name="csX261" fmla="*/ 918557 w 3945053"/>
              <a:gd name="csY261" fmla="*/ 989214 h 1837113"/>
              <a:gd name="csX262" fmla="*/ 1084811 w 3945053"/>
              <a:gd name="csY262" fmla="*/ 777240 h 1837113"/>
              <a:gd name="csX263" fmla="*/ 1151313 w 3945053"/>
              <a:gd name="csY263" fmla="*/ 773084 h 1837113"/>
              <a:gd name="csX264" fmla="*/ 1255222 w 3945053"/>
              <a:gd name="csY264" fmla="*/ 719051 h 1837113"/>
              <a:gd name="csX265" fmla="*/ 1263535 w 3945053"/>
              <a:gd name="csY265" fmla="*/ 673331 h 1837113"/>
              <a:gd name="csX266" fmla="*/ 1138844 w 3945053"/>
              <a:gd name="csY266" fmla="*/ 565265 h 1837113"/>
              <a:gd name="csX267" fmla="*/ 951808 w 3945053"/>
              <a:gd name="csY267" fmla="*/ 610985 h 1837113"/>
              <a:gd name="csX268" fmla="*/ 773084 w 3945053"/>
              <a:gd name="csY268" fmla="*/ 814647 h 1837113"/>
              <a:gd name="csX269" fmla="*/ 648393 w 3945053"/>
              <a:gd name="csY269" fmla="*/ 939338 h 1837113"/>
              <a:gd name="csX270" fmla="*/ 586048 w 3945053"/>
              <a:gd name="csY270" fmla="*/ 985058 h 1837113"/>
              <a:gd name="csX271" fmla="*/ 490451 w 3945053"/>
              <a:gd name="csY271" fmla="*/ 993371 h 1837113"/>
              <a:gd name="csX272" fmla="*/ 378229 w 3945053"/>
              <a:gd name="csY272" fmla="*/ 935182 h 1837113"/>
              <a:gd name="csX273" fmla="*/ 307571 w 3945053"/>
              <a:gd name="csY273" fmla="*/ 822960 h 1837113"/>
              <a:gd name="csX274" fmla="*/ 407324 w 3945053"/>
              <a:gd name="csY274" fmla="*/ 507076 h 1837113"/>
              <a:gd name="csX275" fmla="*/ 544484 w 3945053"/>
              <a:gd name="csY275" fmla="*/ 436418 h 1837113"/>
              <a:gd name="csX276" fmla="*/ 627611 w 3945053"/>
              <a:gd name="csY276" fmla="*/ 714894 h 1837113"/>
              <a:gd name="csX277" fmla="*/ 544484 w 3945053"/>
              <a:gd name="csY277" fmla="*/ 951807 h 1837113"/>
              <a:gd name="csX278" fmla="*/ 490451 w 3945053"/>
              <a:gd name="csY278" fmla="*/ 1080654 h 1837113"/>
              <a:gd name="csX279" fmla="*/ 515389 w 3945053"/>
              <a:gd name="csY279" fmla="*/ 1446414 h 1837113"/>
              <a:gd name="csX280" fmla="*/ 627611 w 3945053"/>
              <a:gd name="csY280" fmla="*/ 1450571 h 1837113"/>
              <a:gd name="csX281" fmla="*/ 810491 w 3945053"/>
              <a:gd name="csY281" fmla="*/ 1354974 h 1837113"/>
              <a:gd name="csX282" fmla="*/ 843742 w 3945053"/>
              <a:gd name="csY282" fmla="*/ 1259378 h 1837113"/>
              <a:gd name="csX283" fmla="*/ 839586 w 3945053"/>
              <a:gd name="csY283" fmla="*/ 1138844 h 1837113"/>
              <a:gd name="csX284" fmla="*/ 777240 w 3945053"/>
              <a:gd name="csY284" fmla="*/ 1014153 h 1837113"/>
              <a:gd name="csX285" fmla="*/ 644237 w 3945053"/>
              <a:gd name="csY285" fmla="*/ 935182 h 1837113"/>
              <a:gd name="csX286" fmla="*/ 523702 w 3945053"/>
              <a:gd name="csY286" fmla="*/ 918556 h 1837113"/>
              <a:gd name="csX287" fmla="*/ 311728 w 3945053"/>
              <a:gd name="csY287" fmla="*/ 947651 h 1837113"/>
              <a:gd name="csX288" fmla="*/ 220288 w 3945053"/>
              <a:gd name="csY288" fmla="*/ 951807 h 1837113"/>
              <a:gd name="csX289" fmla="*/ 157942 w 3945053"/>
              <a:gd name="csY289" fmla="*/ 868680 h 1837113"/>
              <a:gd name="csX290" fmla="*/ 112222 w 3945053"/>
              <a:gd name="csY290" fmla="*/ 627611 h 1837113"/>
              <a:gd name="csX291" fmla="*/ 162099 w 3945053"/>
              <a:gd name="csY291" fmla="*/ 465513 h 1837113"/>
              <a:gd name="csX292" fmla="*/ 556953 w 3945053"/>
              <a:gd name="csY292" fmla="*/ 328353 h 1837113"/>
              <a:gd name="csX293" fmla="*/ 931026 w 3945053"/>
              <a:gd name="csY293" fmla="*/ 394854 h 1837113"/>
              <a:gd name="csX294" fmla="*/ 1147157 w 3945053"/>
              <a:gd name="csY294" fmla="*/ 469669 h 1837113"/>
              <a:gd name="csX295" fmla="*/ 1450571 w 3945053"/>
              <a:gd name="csY295" fmla="*/ 494607 h 1837113"/>
              <a:gd name="csX296" fmla="*/ 1878677 w 3945053"/>
              <a:gd name="csY296" fmla="*/ 278476 h 1837113"/>
              <a:gd name="csX297" fmla="*/ 1978429 w 3945053"/>
              <a:gd name="csY297" fmla="*/ 153785 h 1837113"/>
              <a:gd name="csX298" fmla="*/ 2061557 w 3945053"/>
              <a:gd name="csY298" fmla="*/ 8313 h 1837113"/>
              <a:gd name="csX299" fmla="*/ 2597728 w 3945053"/>
              <a:gd name="csY299" fmla="*/ 320040 h 1837113"/>
              <a:gd name="csX300" fmla="*/ 2639291 w 3945053"/>
              <a:gd name="csY300" fmla="*/ 482138 h 1837113"/>
              <a:gd name="csX301" fmla="*/ 2514600 w 3945053"/>
              <a:gd name="csY301" fmla="*/ 1093124 h 1837113"/>
              <a:gd name="csX302" fmla="*/ 2497975 w 3945053"/>
              <a:gd name="csY302" fmla="*/ 1330036 h 1837113"/>
              <a:gd name="csX303" fmla="*/ 2759826 w 3945053"/>
              <a:gd name="csY303" fmla="*/ 1579418 h 1837113"/>
              <a:gd name="csX304" fmla="*/ 3009208 w 3945053"/>
              <a:gd name="csY304" fmla="*/ 1591887 h 1837113"/>
              <a:gd name="csX305" fmla="*/ 3429000 w 3945053"/>
              <a:gd name="csY305" fmla="*/ 1496291 h 1837113"/>
              <a:gd name="csX306" fmla="*/ 3474720 w 3945053"/>
              <a:gd name="csY306" fmla="*/ 1400694 h 1837113"/>
              <a:gd name="csX307" fmla="*/ 3362499 w 3945053"/>
              <a:gd name="csY307" fmla="*/ 943494 h 1837113"/>
              <a:gd name="csX308" fmla="*/ 3241964 w 3945053"/>
              <a:gd name="csY308" fmla="*/ 839585 h 1837113"/>
              <a:gd name="csX309" fmla="*/ 3108960 w 3945053"/>
              <a:gd name="csY309" fmla="*/ 822960 h 1837113"/>
              <a:gd name="csX310" fmla="*/ 2942706 w 3945053"/>
              <a:gd name="csY310" fmla="*/ 852054 h 1837113"/>
              <a:gd name="csX311" fmla="*/ 2460568 w 3945053"/>
              <a:gd name="csY311" fmla="*/ 1147156 h 1837113"/>
              <a:gd name="csX312" fmla="*/ 2177935 w 3945053"/>
              <a:gd name="csY312" fmla="*/ 1575262 h 1837113"/>
              <a:gd name="csX313" fmla="*/ 2019993 w 3945053"/>
              <a:gd name="csY313" fmla="*/ 1729047 h 1837113"/>
              <a:gd name="csX314" fmla="*/ 1907771 w 3945053"/>
              <a:gd name="csY314" fmla="*/ 1753985 h 1837113"/>
              <a:gd name="csX315" fmla="*/ 1591888 w 3945053"/>
              <a:gd name="csY315" fmla="*/ 1645920 h 1837113"/>
              <a:gd name="csX316" fmla="*/ 1529542 w 3945053"/>
              <a:gd name="csY316" fmla="*/ 1500447 h 1837113"/>
              <a:gd name="csX317" fmla="*/ 1500448 w 3945053"/>
              <a:gd name="csY317" fmla="*/ 1309254 h 1837113"/>
              <a:gd name="csX318" fmla="*/ 1537855 w 3945053"/>
              <a:gd name="csY318" fmla="*/ 1155469 h 1837113"/>
              <a:gd name="csX319" fmla="*/ 1554480 w 3945053"/>
              <a:gd name="csY319" fmla="*/ 985058 h 1837113"/>
              <a:gd name="csX320" fmla="*/ 1562793 w 3945053"/>
              <a:gd name="csY320" fmla="*/ 918556 h 18371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</a:cxnLst>
            <a:rect l="l" t="t" r="r" b="b"/>
            <a:pathLst>
              <a:path w="3945053" h="1837113">
                <a:moveTo>
                  <a:pt x="0" y="1749829"/>
                </a:moveTo>
                <a:cubicBezTo>
                  <a:pt x="27709" y="1748444"/>
                  <a:pt x="55787" y="1750387"/>
                  <a:pt x="83128" y="1745673"/>
                </a:cubicBezTo>
                <a:cubicBezTo>
                  <a:pt x="96575" y="1743355"/>
                  <a:pt x="108433" y="1735350"/>
                  <a:pt x="120535" y="1729047"/>
                </a:cubicBezTo>
                <a:cubicBezTo>
                  <a:pt x="174963" y="1700699"/>
                  <a:pt x="230269" y="1673764"/>
                  <a:pt x="282633" y="1641764"/>
                </a:cubicBezTo>
                <a:cubicBezTo>
                  <a:pt x="343752" y="1604414"/>
                  <a:pt x="388647" y="1583156"/>
                  <a:pt x="436419" y="1525385"/>
                </a:cubicBezTo>
                <a:cubicBezTo>
                  <a:pt x="473887" y="1480074"/>
                  <a:pt x="536171" y="1379913"/>
                  <a:pt x="536171" y="1379913"/>
                </a:cubicBezTo>
                <a:cubicBezTo>
                  <a:pt x="555093" y="1241152"/>
                  <a:pt x="560872" y="1264119"/>
                  <a:pt x="515389" y="1076498"/>
                </a:cubicBezTo>
                <a:cubicBezTo>
                  <a:pt x="514151" y="1071389"/>
                  <a:pt x="476846" y="994881"/>
                  <a:pt x="457200" y="985058"/>
                </a:cubicBezTo>
                <a:cubicBezTo>
                  <a:pt x="444747" y="978831"/>
                  <a:pt x="429491" y="982287"/>
                  <a:pt x="415637" y="980902"/>
                </a:cubicBezTo>
                <a:cubicBezTo>
                  <a:pt x="383771" y="987829"/>
                  <a:pt x="350657" y="990458"/>
                  <a:pt x="320040" y="1001684"/>
                </a:cubicBezTo>
                <a:cubicBezTo>
                  <a:pt x="308048" y="1006081"/>
                  <a:pt x="299610" y="1017236"/>
                  <a:pt x="290946" y="1026622"/>
                </a:cubicBezTo>
                <a:cubicBezTo>
                  <a:pt x="282220" y="1036076"/>
                  <a:pt x="258693" y="1072295"/>
                  <a:pt x="253539" y="1084811"/>
                </a:cubicBezTo>
                <a:cubicBezTo>
                  <a:pt x="248032" y="1098186"/>
                  <a:pt x="245226" y="1112520"/>
                  <a:pt x="241069" y="1126374"/>
                </a:cubicBezTo>
                <a:cubicBezTo>
                  <a:pt x="243840" y="1167938"/>
                  <a:pt x="241588" y="1210145"/>
                  <a:pt x="249382" y="1251065"/>
                </a:cubicBezTo>
                <a:cubicBezTo>
                  <a:pt x="249842" y="1253480"/>
                  <a:pt x="288972" y="1330905"/>
                  <a:pt x="295102" y="1338349"/>
                </a:cubicBezTo>
                <a:cubicBezTo>
                  <a:pt x="305708" y="1351227"/>
                  <a:pt x="321075" y="1359451"/>
                  <a:pt x="332509" y="1371600"/>
                </a:cubicBezTo>
                <a:cubicBezTo>
                  <a:pt x="343335" y="1383103"/>
                  <a:pt x="350151" y="1398127"/>
                  <a:pt x="361604" y="1409007"/>
                </a:cubicBezTo>
                <a:cubicBezTo>
                  <a:pt x="378078" y="1424658"/>
                  <a:pt x="397458" y="1436937"/>
                  <a:pt x="415637" y="1450571"/>
                </a:cubicBezTo>
                <a:cubicBezTo>
                  <a:pt x="425171" y="1457722"/>
                  <a:pt x="432826" y="1470786"/>
                  <a:pt x="444731" y="1471353"/>
                </a:cubicBezTo>
                <a:lnTo>
                  <a:pt x="532015" y="1475509"/>
                </a:lnTo>
                <a:cubicBezTo>
                  <a:pt x="734843" y="1459906"/>
                  <a:pt x="548769" y="1482080"/>
                  <a:pt x="735677" y="1438102"/>
                </a:cubicBezTo>
                <a:cubicBezTo>
                  <a:pt x="936140" y="1390934"/>
                  <a:pt x="970675" y="1387749"/>
                  <a:pt x="1147157" y="1359131"/>
                </a:cubicBezTo>
                <a:cubicBezTo>
                  <a:pt x="1158418" y="1360257"/>
                  <a:pt x="1312788" y="1349435"/>
                  <a:pt x="1350819" y="1400694"/>
                </a:cubicBezTo>
                <a:cubicBezTo>
                  <a:pt x="1374473" y="1432575"/>
                  <a:pt x="1409008" y="1504604"/>
                  <a:pt x="1409008" y="1504604"/>
                </a:cubicBezTo>
                <a:cubicBezTo>
                  <a:pt x="1413164" y="1524000"/>
                  <a:pt x="1423590" y="1543069"/>
                  <a:pt x="1421477" y="1562793"/>
                </a:cubicBezTo>
                <a:cubicBezTo>
                  <a:pt x="1417367" y="1601153"/>
                  <a:pt x="1397109" y="1633000"/>
                  <a:pt x="1359131" y="1641764"/>
                </a:cubicBezTo>
                <a:cubicBezTo>
                  <a:pt x="1336142" y="1647069"/>
                  <a:pt x="1312026" y="1644535"/>
                  <a:pt x="1288473" y="1645920"/>
                </a:cubicBezTo>
                <a:cubicBezTo>
                  <a:pt x="1238597" y="1633451"/>
                  <a:pt x="1187046" y="1626394"/>
                  <a:pt x="1138844" y="1608513"/>
                </a:cubicBezTo>
                <a:cubicBezTo>
                  <a:pt x="1081893" y="1587386"/>
                  <a:pt x="998971" y="1534895"/>
                  <a:pt x="955964" y="1487978"/>
                </a:cubicBezTo>
                <a:cubicBezTo>
                  <a:pt x="931804" y="1461621"/>
                  <a:pt x="914401" y="1429789"/>
                  <a:pt x="893619" y="1400694"/>
                </a:cubicBezTo>
                <a:cubicBezTo>
                  <a:pt x="863172" y="1283984"/>
                  <a:pt x="839458" y="1221322"/>
                  <a:pt x="860368" y="1080654"/>
                </a:cubicBezTo>
                <a:cubicBezTo>
                  <a:pt x="865227" y="1047965"/>
                  <a:pt x="892292" y="1022091"/>
                  <a:pt x="914400" y="997527"/>
                </a:cubicBezTo>
                <a:cubicBezTo>
                  <a:pt x="930346" y="979810"/>
                  <a:pt x="950680" y="965353"/>
                  <a:pt x="972589" y="955964"/>
                </a:cubicBezTo>
                <a:cubicBezTo>
                  <a:pt x="1000079" y="944183"/>
                  <a:pt x="1030778" y="942109"/>
                  <a:pt x="1059873" y="935182"/>
                </a:cubicBezTo>
                <a:cubicBezTo>
                  <a:pt x="1156855" y="939338"/>
                  <a:pt x="1253971" y="941069"/>
                  <a:pt x="1350819" y="947651"/>
                </a:cubicBezTo>
                <a:cubicBezTo>
                  <a:pt x="1784943" y="977154"/>
                  <a:pt x="1173876" y="955550"/>
                  <a:pt x="1637608" y="968433"/>
                </a:cubicBezTo>
                <a:cubicBezTo>
                  <a:pt x="1694412" y="965662"/>
                  <a:pt x="1752368" y="971836"/>
                  <a:pt x="1808019" y="960120"/>
                </a:cubicBezTo>
                <a:cubicBezTo>
                  <a:pt x="1850029" y="951276"/>
                  <a:pt x="2029069" y="871240"/>
                  <a:pt x="2069869" y="839585"/>
                </a:cubicBezTo>
                <a:cubicBezTo>
                  <a:pt x="2116310" y="803553"/>
                  <a:pt x="2152996" y="756458"/>
                  <a:pt x="2194560" y="714894"/>
                </a:cubicBezTo>
                <a:cubicBezTo>
                  <a:pt x="2219498" y="659476"/>
                  <a:pt x="2254992" y="607684"/>
                  <a:pt x="2269375" y="548640"/>
                </a:cubicBezTo>
                <a:cubicBezTo>
                  <a:pt x="2300042" y="422743"/>
                  <a:pt x="2270566" y="344851"/>
                  <a:pt x="2198717" y="241069"/>
                </a:cubicBezTo>
                <a:cubicBezTo>
                  <a:pt x="2179725" y="213635"/>
                  <a:pt x="2153391" y="190179"/>
                  <a:pt x="2123902" y="174567"/>
                </a:cubicBezTo>
                <a:cubicBezTo>
                  <a:pt x="2104158" y="164114"/>
                  <a:pt x="2079567" y="169025"/>
                  <a:pt x="2057400" y="166254"/>
                </a:cubicBezTo>
                <a:cubicBezTo>
                  <a:pt x="1967448" y="182989"/>
                  <a:pt x="1841304" y="191166"/>
                  <a:pt x="1762299" y="253538"/>
                </a:cubicBezTo>
                <a:cubicBezTo>
                  <a:pt x="1740852" y="270470"/>
                  <a:pt x="1734590" y="300643"/>
                  <a:pt x="1720735" y="324196"/>
                </a:cubicBezTo>
                <a:cubicBezTo>
                  <a:pt x="1717964" y="361603"/>
                  <a:pt x="1705277" y="399595"/>
                  <a:pt x="1712422" y="436418"/>
                </a:cubicBezTo>
                <a:cubicBezTo>
                  <a:pt x="1742134" y="589550"/>
                  <a:pt x="1825701" y="672556"/>
                  <a:pt x="1903615" y="806334"/>
                </a:cubicBezTo>
                <a:cubicBezTo>
                  <a:pt x="1936675" y="863097"/>
                  <a:pt x="1964575" y="922713"/>
                  <a:pt x="1995055" y="980902"/>
                </a:cubicBezTo>
                <a:cubicBezTo>
                  <a:pt x="2000597" y="1025236"/>
                  <a:pt x="2020442" y="1070093"/>
                  <a:pt x="2011680" y="1113905"/>
                </a:cubicBezTo>
                <a:cubicBezTo>
                  <a:pt x="2002918" y="1157717"/>
                  <a:pt x="1974256" y="1196361"/>
                  <a:pt x="1945179" y="1230284"/>
                </a:cubicBezTo>
                <a:cubicBezTo>
                  <a:pt x="1876518" y="1310389"/>
                  <a:pt x="1771202" y="1386775"/>
                  <a:pt x="1666702" y="1413164"/>
                </a:cubicBezTo>
                <a:cubicBezTo>
                  <a:pt x="1579886" y="1435087"/>
                  <a:pt x="1489364" y="1438102"/>
                  <a:pt x="1400695" y="1450571"/>
                </a:cubicBezTo>
                <a:cubicBezTo>
                  <a:pt x="1361902" y="1432560"/>
                  <a:pt x="1315659" y="1425641"/>
                  <a:pt x="1284317" y="1396538"/>
                </a:cubicBezTo>
                <a:cubicBezTo>
                  <a:pt x="1097918" y="1223453"/>
                  <a:pt x="1116676" y="1202673"/>
                  <a:pt x="1051560" y="993371"/>
                </a:cubicBezTo>
                <a:cubicBezTo>
                  <a:pt x="1076498" y="917171"/>
                  <a:pt x="1085124" y="833522"/>
                  <a:pt x="1126375" y="764771"/>
                </a:cubicBezTo>
                <a:cubicBezTo>
                  <a:pt x="1185755" y="665804"/>
                  <a:pt x="1279881" y="651257"/>
                  <a:pt x="1375757" y="619298"/>
                </a:cubicBezTo>
                <a:cubicBezTo>
                  <a:pt x="1440873" y="631767"/>
                  <a:pt x="1509656" y="631814"/>
                  <a:pt x="1571106" y="656705"/>
                </a:cubicBezTo>
                <a:cubicBezTo>
                  <a:pt x="1621710" y="677203"/>
                  <a:pt x="1658280" y="722626"/>
                  <a:pt x="1704109" y="752302"/>
                </a:cubicBezTo>
                <a:cubicBezTo>
                  <a:pt x="1827380" y="832125"/>
                  <a:pt x="1940781" y="933209"/>
                  <a:pt x="2078182" y="985058"/>
                </a:cubicBezTo>
                <a:lnTo>
                  <a:pt x="2298469" y="1068185"/>
                </a:lnTo>
                <a:cubicBezTo>
                  <a:pt x="2331408" y="1080163"/>
                  <a:pt x="2363878" y="1094440"/>
                  <a:pt x="2398222" y="1101436"/>
                </a:cubicBezTo>
                <a:cubicBezTo>
                  <a:pt x="2439152" y="1109774"/>
                  <a:pt x="2481349" y="1109749"/>
                  <a:pt x="2522913" y="1113905"/>
                </a:cubicBezTo>
                <a:cubicBezTo>
                  <a:pt x="2600136" y="1110548"/>
                  <a:pt x="2661156" y="1109798"/>
                  <a:pt x="2739044" y="1097280"/>
                </a:cubicBezTo>
                <a:cubicBezTo>
                  <a:pt x="2828708" y="1082870"/>
                  <a:pt x="2909951" y="1057775"/>
                  <a:pt x="2992582" y="1018309"/>
                </a:cubicBezTo>
                <a:cubicBezTo>
                  <a:pt x="3040187" y="995572"/>
                  <a:pt x="3085846" y="968602"/>
                  <a:pt x="3129742" y="939338"/>
                </a:cubicBezTo>
                <a:cubicBezTo>
                  <a:pt x="3169173" y="913051"/>
                  <a:pt x="3210295" y="887308"/>
                  <a:pt x="3241964" y="852054"/>
                </a:cubicBezTo>
                <a:cubicBezTo>
                  <a:pt x="3284593" y="804599"/>
                  <a:pt x="3314007" y="746760"/>
                  <a:pt x="3350029" y="694113"/>
                </a:cubicBezTo>
                <a:cubicBezTo>
                  <a:pt x="3336175" y="624840"/>
                  <a:pt x="3333889" y="552206"/>
                  <a:pt x="3308466" y="486294"/>
                </a:cubicBezTo>
                <a:cubicBezTo>
                  <a:pt x="3291544" y="442422"/>
                  <a:pt x="3194356" y="362463"/>
                  <a:pt x="3154680" y="340822"/>
                </a:cubicBezTo>
                <a:cubicBezTo>
                  <a:pt x="3138453" y="331971"/>
                  <a:pt x="3118659" y="332509"/>
                  <a:pt x="3100648" y="328353"/>
                </a:cubicBezTo>
                <a:cubicBezTo>
                  <a:pt x="3049403" y="346988"/>
                  <a:pt x="2955986" y="376412"/>
                  <a:pt x="2913611" y="411480"/>
                </a:cubicBezTo>
                <a:cubicBezTo>
                  <a:pt x="2899291" y="423331"/>
                  <a:pt x="2896986" y="444731"/>
                  <a:pt x="2888673" y="461356"/>
                </a:cubicBezTo>
                <a:cubicBezTo>
                  <a:pt x="2883131" y="490451"/>
                  <a:pt x="2870789" y="519049"/>
                  <a:pt x="2872048" y="548640"/>
                </a:cubicBezTo>
                <a:cubicBezTo>
                  <a:pt x="2873620" y="585575"/>
                  <a:pt x="2887355" y="621013"/>
                  <a:pt x="2896986" y="656705"/>
                </a:cubicBezTo>
                <a:cubicBezTo>
                  <a:pt x="2939563" y="814490"/>
                  <a:pt x="2941728" y="807977"/>
                  <a:pt x="3000895" y="960120"/>
                </a:cubicBezTo>
                <a:cubicBezTo>
                  <a:pt x="3008140" y="1044645"/>
                  <a:pt x="3027254" y="1141848"/>
                  <a:pt x="2996739" y="1226127"/>
                </a:cubicBezTo>
                <a:cubicBezTo>
                  <a:pt x="2980884" y="1269918"/>
                  <a:pt x="2955361" y="1310445"/>
                  <a:pt x="2926080" y="1346662"/>
                </a:cubicBezTo>
                <a:cubicBezTo>
                  <a:pt x="2901988" y="1376460"/>
                  <a:pt x="2872693" y="1403603"/>
                  <a:pt x="2838797" y="1421476"/>
                </a:cubicBezTo>
                <a:cubicBezTo>
                  <a:pt x="2795002" y="1444568"/>
                  <a:pt x="2744586" y="1451956"/>
                  <a:pt x="2697480" y="1467196"/>
                </a:cubicBezTo>
                <a:cubicBezTo>
                  <a:pt x="2643522" y="1465398"/>
                  <a:pt x="2558906" y="1482007"/>
                  <a:pt x="2514600" y="1429789"/>
                </a:cubicBezTo>
                <a:cubicBezTo>
                  <a:pt x="2488917" y="1399519"/>
                  <a:pt x="2475807" y="1360516"/>
                  <a:pt x="2456411" y="1325880"/>
                </a:cubicBezTo>
                <a:cubicBezTo>
                  <a:pt x="2466109" y="1305098"/>
                  <a:pt x="2471044" y="1281333"/>
                  <a:pt x="2485506" y="1263534"/>
                </a:cubicBezTo>
                <a:cubicBezTo>
                  <a:pt x="2490820" y="1256993"/>
                  <a:pt x="2502395" y="1256880"/>
                  <a:pt x="2510444" y="1259378"/>
                </a:cubicBezTo>
                <a:cubicBezTo>
                  <a:pt x="2575904" y="1279694"/>
                  <a:pt x="2629527" y="1310269"/>
                  <a:pt x="2680855" y="1354974"/>
                </a:cubicBezTo>
                <a:cubicBezTo>
                  <a:pt x="2762810" y="1426354"/>
                  <a:pt x="2894011" y="1566851"/>
                  <a:pt x="2996739" y="1629294"/>
                </a:cubicBezTo>
                <a:cubicBezTo>
                  <a:pt x="3045842" y="1659141"/>
                  <a:pt x="3122758" y="1658153"/>
                  <a:pt x="3175462" y="1662545"/>
                </a:cubicBezTo>
                <a:cubicBezTo>
                  <a:pt x="3203171" y="1661160"/>
                  <a:pt x="3232072" y="1666548"/>
                  <a:pt x="3258589" y="1658389"/>
                </a:cubicBezTo>
                <a:cubicBezTo>
                  <a:pt x="3287661" y="1649444"/>
                  <a:pt x="3313226" y="1630919"/>
                  <a:pt x="3337560" y="1612669"/>
                </a:cubicBezTo>
                <a:cubicBezTo>
                  <a:pt x="3408822" y="1559222"/>
                  <a:pt x="3433117" y="1512095"/>
                  <a:pt x="3487189" y="1438102"/>
                </a:cubicBezTo>
                <a:cubicBezTo>
                  <a:pt x="3507937" y="1320533"/>
                  <a:pt x="3533809" y="1278580"/>
                  <a:pt x="3483033" y="1163782"/>
                </a:cubicBezTo>
                <a:cubicBezTo>
                  <a:pt x="3451182" y="1091772"/>
                  <a:pt x="3371314" y="1043515"/>
                  <a:pt x="3304309" y="1014153"/>
                </a:cubicBezTo>
                <a:cubicBezTo>
                  <a:pt x="3220394" y="977381"/>
                  <a:pt x="3132288" y="951022"/>
                  <a:pt x="3046615" y="918556"/>
                </a:cubicBezTo>
                <a:cubicBezTo>
                  <a:pt x="2968026" y="888775"/>
                  <a:pt x="2877959" y="859234"/>
                  <a:pt x="2809702" y="806334"/>
                </a:cubicBezTo>
                <a:cubicBezTo>
                  <a:pt x="2784137" y="786521"/>
                  <a:pt x="2761649" y="762242"/>
                  <a:pt x="2743200" y="735676"/>
                </a:cubicBezTo>
                <a:cubicBezTo>
                  <a:pt x="2726586" y="711752"/>
                  <a:pt x="2718262" y="683029"/>
                  <a:pt x="2705793" y="656705"/>
                </a:cubicBezTo>
                <a:cubicBezTo>
                  <a:pt x="2707178" y="619298"/>
                  <a:pt x="2696436" y="579392"/>
                  <a:pt x="2709949" y="544484"/>
                </a:cubicBezTo>
                <a:cubicBezTo>
                  <a:pt x="2750765" y="439043"/>
                  <a:pt x="2804372" y="383401"/>
                  <a:pt x="2901142" y="340822"/>
                </a:cubicBezTo>
                <a:cubicBezTo>
                  <a:pt x="2936853" y="325109"/>
                  <a:pt x="2975957" y="318655"/>
                  <a:pt x="3013364" y="307571"/>
                </a:cubicBezTo>
                <a:cubicBezTo>
                  <a:pt x="3068782" y="320040"/>
                  <a:pt x="3131167" y="315328"/>
                  <a:pt x="3179619" y="344978"/>
                </a:cubicBezTo>
                <a:cubicBezTo>
                  <a:pt x="3290418" y="412780"/>
                  <a:pt x="3294989" y="489002"/>
                  <a:pt x="3325091" y="594360"/>
                </a:cubicBezTo>
                <a:cubicBezTo>
                  <a:pt x="3301192" y="701908"/>
                  <a:pt x="3326019" y="678499"/>
                  <a:pt x="3187931" y="735676"/>
                </a:cubicBezTo>
                <a:cubicBezTo>
                  <a:pt x="3068195" y="785254"/>
                  <a:pt x="2710302" y="903456"/>
                  <a:pt x="2556164" y="985058"/>
                </a:cubicBezTo>
                <a:cubicBezTo>
                  <a:pt x="2508615" y="1010231"/>
                  <a:pt x="2467495" y="1046018"/>
                  <a:pt x="2423160" y="1076498"/>
                </a:cubicBezTo>
                <a:cubicBezTo>
                  <a:pt x="2395451" y="1118062"/>
                  <a:pt x="2361344" y="1156010"/>
                  <a:pt x="2340033" y="1201189"/>
                </a:cubicBezTo>
                <a:cubicBezTo>
                  <a:pt x="2326121" y="1230682"/>
                  <a:pt x="2327747" y="1265301"/>
                  <a:pt x="2319251" y="1296785"/>
                </a:cubicBezTo>
                <a:cubicBezTo>
                  <a:pt x="2277569" y="1451256"/>
                  <a:pt x="2269213" y="1544229"/>
                  <a:pt x="2094808" y="1625138"/>
                </a:cubicBezTo>
                <a:cubicBezTo>
                  <a:pt x="2025274" y="1657396"/>
                  <a:pt x="1942408" y="1641763"/>
                  <a:pt x="1866208" y="1650076"/>
                </a:cubicBezTo>
                <a:cubicBezTo>
                  <a:pt x="1781695" y="1645920"/>
                  <a:pt x="1692340" y="1666107"/>
                  <a:pt x="1612669" y="1637607"/>
                </a:cubicBezTo>
                <a:cubicBezTo>
                  <a:pt x="1419657" y="1568562"/>
                  <a:pt x="1260012" y="1368780"/>
                  <a:pt x="1126375" y="1230284"/>
                </a:cubicBezTo>
                <a:cubicBezTo>
                  <a:pt x="1102822" y="1159626"/>
                  <a:pt x="1055717" y="1092789"/>
                  <a:pt x="1055717" y="1018309"/>
                </a:cubicBezTo>
                <a:cubicBezTo>
                  <a:pt x="1055717" y="881199"/>
                  <a:pt x="1164161" y="832247"/>
                  <a:pt x="1263535" y="785553"/>
                </a:cubicBezTo>
                <a:cubicBezTo>
                  <a:pt x="1331061" y="753824"/>
                  <a:pt x="1402080" y="730134"/>
                  <a:pt x="1471353" y="702425"/>
                </a:cubicBezTo>
                <a:cubicBezTo>
                  <a:pt x="1512917" y="666403"/>
                  <a:pt x="1572243" y="643945"/>
                  <a:pt x="1596044" y="594360"/>
                </a:cubicBezTo>
                <a:cubicBezTo>
                  <a:pt x="1657794" y="465714"/>
                  <a:pt x="1627081" y="345582"/>
                  <a:pt x="1546168" y="241069"/>
                </a:cubicBezTo>
                <a:cubicBezTo>
                  <a:pt x="1512498" y="197578"/>
                  <a:pt x="1472031" y="154670"/>
                  <a:pt x="1421477" y="133004"/>
                </a:cubicBezTo>
                <a:cubicBezTo>
                  <a:pt x="1351542" y="103032"/>
                  <a:pt x="1271848" y="105295"/>
                  <a:pt x="1197033" y="91440"/>
                </a:cubicBezTo>
                <a:lnTo>
                  <a:pt x="881149" y="103909"/>
                </a:lnTo>
                <a:cubicBezTo>
                  <a:pt x="749144" y="130987"/>
                  <a:pt x="618929" y="261080"/>
                  <a:pt x="556953" y="369916"/>
                </a:cubicBezTo>
                <a:cubicBezTo>
                  <a:pt x="277553" y="860569"/>
                  <a:pt x="511947" y="702306"/>
                  <a:pt x="315884" y="822960"/>
                </a:cubicBezTo>
                <a:lnTo>
                  <a:pt x="249382" y="814647"/>
                </a:lnTo>
                <a:cubicBezTo>
                  <a:pt x="63086" y="647961"/>
                  <a:pt x="79471" y="612428"/>
                  <a:pt x="4157" y="394854"/>
                </a:cubicBezTo>
                <a:cubicBezTo>
                  <a:pt x="9699" y="357447"/>
                  <a:pt x="-1148" y="313440"/>
                  <a:pt x="20782" y="282633"/>
                </a:cubicBezTo>
                <a:cubicBezTo>
                  <a:pt x="117213" y="147171"/>
                  <a:pt x="177197" y="150058"/>
                  <a:pt x="311728" y="112222"/>
                </a:cubicBezTo>
                <a:cubicBezTo>
                  <a:pt x="362990" y="123306"/>
                  <a:pt x="417177" y="125121"/>
                  <a:pt x="465513" y="145473"/>
                </a:cubicBezTo>
                <a:cubicBezTo>
                  <a:pt x="577672" y="192697"/>
                  <a:pt x="589080" y="306136"/>
                  <a:pt x="623455" y="411480"/>
                </a:cubicBezTo>
                <a:cubicBezTo>
                  <a:pt x="657540" y="515933"/>
                  <a:pt x="717175" y="785275"/>
                  <a:pt x="760615" y="868680"/>
                </a:cubicBezTo>
                <a:cubicBezTo>
                  <a:pt x="838850" y="1018892"/>
                  <a:pt x="898665" y="1010173"/>
                  <a:pt x="1039091" y="1055716"/>
                </a:cubicBezTo>
                <a:lnTo>
                  <a:pt x="1192877" y="1043247"/>
                </a:lnTo>
                <a:cubicBezTo>
                  <a:pt x="1278618" y="1002240"/>
                  <a:pt x="1421477" y="872836"/>
                  <a:pt x="1421477" y="872836"/>
                </a:cubicBezTo>
                <a:cubicBezTo>
                  <a:pt x="1430543" y="614420"/>
                  <a:pt x="1469689" y="600350"/>
                  <a:pt x="1288473" y="361604"/>
                </a:cubicBezTo>
                <a:cubicBezTo>
                  <a:pt x="1260315" y="324507"/>
                  <a:pt x="1208117" y="314498"/>
                  <a:pt x="1167939" y="290945"/>
                </a:cubicBezTo>
                <a:cubicBezTo>
                  <a:pt x="1123604" y="296487"/>
                  <a:pt x="1077784" y="294911"/>
                  <a:pt x="1034935" y="307571"/>
                </a:cubicBezTo>
                <a:cubicBezTo>
                  <a:pt x="892543" y="349642"/>
                  <a:pt x="774497" y="395290"/>
                  <a:pt x="669175" y="498764"/>
                </a:cubicBezTo>
                <a:cubicBezTo>
                  <a:pt x="517770" y="647513"/>
                  <a:pt x="610152" y="641932"/>
                  <a:pt x="415637" y="781396"/>
                </a:cubicBezTo>
                <a:cubicBezTo>
                  <a:pt x="396364" y="795215"/>
                  <a:pt x="368532" y="786938"/>
                  <a:pt x="344979" y="789709"/>
                </a:cubicBezTo>
                <a:cubicBezTo>
                  <a:pt x="324197" y="781396"/>
                  <a:pt x="296807" y="782094"/>
                  <a:pt x="282633" y="764771"/>
                </a:cubicBezTo>
                <a:cubicBezTo>
                  <a:pt x="143187" y="594338"/>
                  <a:pt x="161546" y="609759"/>
                  <a:pt x="149629" y="448887"/>
                </a:cubicBezTo>
                <a:cubicBezTo>
                  <a:pt x="162098" y="417022"/>
                  <a:pt x="168056" y="381762"/>
                  <a:pt x="187037" y="353291"/>
                </a:cubicBezTo>
                <a:cubicBezTo>
                  <a:pt x="205892" y="325009"/>
                  <a:pt x="280087" y="310275"/>
                  <a:pt x="303415" y="303414"/>
                </a:cubicBezTo>
                <a:lnTo>
                  <a:pt x="673331" y="353291"/>
                </a:lnTo>
                <a:cubicBezTo>
                  <a:pt x="1286887" y="445083"/>
                  <a:pt x="378061" y="322751"/>
                  <a:pt x="989215" y="403167"/>
                </a:cubicBezTo>
                <a:cubicBezTo>
                  <a:pt x="1114396" y="349519"/>
                  <a:pt x="1166821" y="336729"/>
                  <a:pt x="1276004" y="249382"/>
                </a:cubicBezTo>
                <a:cubicBezTo>
                  <a:pt x="1594372" y="-5312"/>
                  <a:pt x="1156500" y="295801"/>
                  <a:pt x="1450571" y="99753"/>
                </a:cubicBezTo>
                <a:cubicBezTo>
                  <a:pt x="1464426" y="102524"/>
                  <a:pt x="1480882" y="99521"/>
                  <a:pt x="1492135" y="108065"/>
                </a:cubicBezTo>
                <a:cubicBezTo>
                  <a:pt x="1672327" y="244877"/>
                  <a:pt x="1690979" y="289908"/>
                  <a:pt x="1832957" y="465513"/>
                </a:cubicBezTo>
                <a:cubicBezTo>
                  <a:pt x="1845426" y="507077"/>
                  <a:pt x="1860951" y="547844"/>
                  <a:pt x="1870364" y="590204"/>
                </a:cubicBezTo>
                <a:cubicBezTo>
                  <a:pt x="1880395" y="635345"/>
                  <a:pt x="1883544" y="681751"/>
                  <a:pt x="1891146" y="727364"/>
                </a:cubicBezTo>
                <a:cubicBezTo>
                  <a:pt x="1898786" y="773201"/>
                  <a:pt x="1909224" y="818564"/>
                  <a:pt x="1916084" y="864524"/>
                </a:cubicBezTo>
                <a:cubicBezTo>
                  <a:pt x="1923085" y="911435"/>
                  <a:pt x="1916987" y="961092"/>
                  <a:pt x="1932709" y="1005840"/>
                </a:cubicBezTo>
                <a:cubicBezTo>
                  <a:pt x="1966442" y="1101849"/>
                  <a:pt x="2038283" y="1215647"/>
                  <a:pt x="2132215" y="1267691"/>
                </a:cubicBezTo>
                <a:cubicBezTo>
                  <a:pt x="2194340" y="1302112"/>
                  <a:pt x="2262195" y="1327989"/>
                  <a:pt x="2331720" y="1342505"/>
                </a:cubicBezTo>
                <a:cubicBezTo>
                  <a:pt x="2390053" y="1354684"/>
                  <a:pt x="2450869" y="1345276"/>
                  <a:pt x="2510444" y="1346662"/>
                </a:cubicBezTo>
                <a:cubicBezTo>
                  <a:pt x="2619049" y="1295217"/>
                  <a:pt x="2806763" y="1237887"/>
                  <a:pt x="2809702" y="1072342"/>
                </a:cubicBezTo>
                <a:cubicBezTo>
                  <a:pt x="2813550" y="855561"/>
                  <a:pt x="2746676" y="565651"/>
                  <a:pt x="2547851" y="432262"/>
                </a:cubicBezTo>
                <a:cubicBezTo>
                  <a:pt x="2392449" y="328005"/>
                  <a:pt x="2343439" y="348923"/>
                  <a:pt x="2173779" y="344978"/>
                </a:cubicBezTo>
                <a:cubicBezTo>
                  <a:pt x="2116735" y="376669"/>
                  <a:pt x="1919300" y="481079"/>
                  <a:pt x="1874520" y="527858"/>
                </a:cubicBezTo>
                <a:cubicBezTo>
                  <a:pt x="1759455" y="648060"/>
                  <a:pt x="1664216" y="785786"/>
                  <a:pt x="1558637" y="914400"/>
                </a:cubicBezTo>
                <a:cubicBezTo>
                  <a:pt x="1461448" y="1032794"/>
                  <a:pt x="1393422" y="1139419"/>
                  <a:pt x="1251066" y="1209502"/>
                </a:cubicBezTo>
                <a:cubicBezTo>
                  <a:pt x="1219892" y="1224849"/>
                  <a:pt x="1181793" y="1215043"/>
                  <a:pt x="1147157" y="1217814"/>
                </a:cubicBezTo>
                <a:cubicBezTo>
                  <a:pt x="1109750" y="1212272"/>
                  <a:pt x="1067482" y="1220442"/>
                  <a:pt x="1034935" y="1201189"/>
                </a:cubicBezTo>
                <a:cubicBezTo>
                  <a:pt x="824271" y="1076571"/>
                  <a:pt x="852921" y="1045795"/>
                  <a:pt x="781397" y="835429"/>
                </a:cubicBezTo>
                <a:cubicBezTo>
                  <a:pt x="810491" y="777240"/>
                  <a:pt x="819285" y="703201"/>
                  <a:pt x="868680" y="660862"/>
                </a:cubicBezTo>
                <a:cubicBezTo>
                  <a:pt x="946506" y="594154"/>
                  <a:pt x="1089120" y="612375"/>
                  <a:pt x="1180408" y="615142"/>
                </a:cubicBezTo>
                <a:cubicBezTo>
                  <a:pt x="1286363" y="657931"/>
                  <a:pt x="1531823" y="749149"/>
                  <a:pt x="1620982" y="818804"/>
                </a:cubicBezTo>
                <a:cubicBezTo>
                  <a:pt x="1689798" y="872567"/>
                  <a:pt x="1735547" y="950703"/>
                  <a:pt x="1795549" y="1014153"/>
                </a:cubicBezTo>
                <a:cubicBezTo>
                  <a:pt x="1934671" y="1161270"/>
                  <a:pt x="2004575" y="1230228"/>
                  <a:pt x="2165466" y="1346662"/>
                </a:cubicBezTo>
                <a:cubicBezTo>
                  <a:pt x="2207820" y="1377313"/>
                  <a:pt x="2250032" y="1410112"/>
                  <a:pt x="2298469" y="1429789"/>
                </a:cubicBezTo>
                <a:cubicBezTo>
                  <a:pt x="2340259" y="1446766"/>
                  <a:pt x="2387138" y="1446414"/>
                  <a:pt x="2431473" y="1454727"/>
                </a:cubicBezTo>
                <a:cubicBezTo>
                  <a:pt x="2508224" y="1452470"/>
                  <a:pt x="2674718" y="1453026"/>
                  <a:pt x="2743200" y="1425633"/>
                </a:cubicBezTo>
                <a:cubicBezTo>
                  <a:pt x="2790024" y="1406903"/>
                  <a:pt x="2823557" y="1364673"/>
                  <a:pt x="2863735" y="1334193"/>
                </a:cubicBezTo>
                <a:cubicBezTo>
                  <a:pt x="2887288" y="1277389"/>
                  <a:pt x="2920119" y="1223595"/>
                  <a:pt x="2934393" y="1163782"/>
                </a:cubicBezTo>
                <a:cubicBezTo>
                  <a:pt x="2955443" y="1075571"/>
                  <a:pt x="2962285" y="883125"/>
                  <a:pt x="2921924" y="793865"/>
                </a:cubicBezTo>
                <a:cubicBezTo>
                  <a:pt x="2872973" y="685608"/>
                  <a:pt x="2786977" y="597234"/>
                  <a:pt x="2734888" y="490451"/>
                </a:cubicBezTo>
                <a:lnTo>
                  <a:pt x="2651760" y="320040"/>
                </a:lnTo>
                <a:cubicBezTo>
                  <a:pt x="2648989" y="285404"/>
                  <a:pt x="2638392" y="250508"/>
                  <a:pt x="2643448" y="216131"/>
                </a:cubicBezTo>
                <a:cubicBezTo>
                  <a:pt x="2646965" y="192215"/>
                  <a:pt x="2716882" y="143147"/>
                  <a:pt x="2726575" y="137160"/>
                </a:cubicBezTo>
                <a:cubicBezTo>
                  <a:pt x="2821951" y="78251"/>
                  <a:pt x="2808241" y="92304"/>
                  <a:pt x="2921924" y="74814"/>
                </a:cubicBezTo>
                <a:cubicBezTo>
                  <a:pt x="2978728" y="95596"/>
                  <a:pt x="3038555" y="109479"/>
                  <a:pt x="3092335" y="137160"/>
                </a:cubicBezTo>
                <a:cubicBezTo>
                  <a:pt x="3158726" y="171332"/>
                  <a:pt x="3228895" y="236012"/>
                  <a:pt x="3271059" y="299258"/>
                </a:cubicBezTo>
                <a:cubicBezTo>
                  <a:pt x="3290996" y="329163"/>
                  <a:pt x="3304310" y="362989"/>
                  <a:pt x="3320935" y="394854"/>
                </a:cubicBezTo>
                <a:cubicBezTo>
                  <a:pt x="3314008" y="421178"/>
                  <a:pt x="3316816" y="452302"/>
                  <a:pt x="3300153" y="473825"/>
                </a:cubicBezTo>
                <a:cubicBezTo>
                  <a:pt x="3256573" y="530116"/>
                  <a:pt x="3163785" y="536001"/>
                  <a:pt x="3104804" y="548640"/>
                </a:cubicBezTo>
                <a:cubicBezTo>
                  <a:pt x="3002903" y="543545"/>
                  <a:pt x="2978689" y="555528"/>
                  <a:pt x="2884517" y="461356"/>
                </a:cubicBezTo>
                <a:cubicBezTo>
                  <a:pt x="2854722" y="431561"/>
                  <a:pt x="2845724" y="386541"/>
                  <a:pt x="2826328" y="349134"/>
                </a:cubicBezTo>
                <a:cubicBezTo>
                  <a:pt x="2811837" y="267984"/>
                  <a:pt x="2787194" y="183081"/>
                  <a:pt x="2813859" y="99753"/>
                </a:cubicBezTo>
                <a:cubicBezTo>
                  <a:pt x="2823488" y="69663"/>
                  <a:pt x="2849257" y="46817"/>
                  <a:pt x="2872048" y="24938"/>
                </a:cubicBezTo>
                <a:cubicBezTo>
                  <a:pt x="2884571" y="12916"/>
                  <a:pt x="2902528" y="8313"/>
                  <a:pt x="2917768" y="0"/>
                </a:cubicBezTo>
                <a:cubicBezTo>
                  <a:pt x="2946862" y="1385"/>
                  <a:pt x="2976512" y="-1668"/>
                  <a:pt x="3005051" y="4156"/>
                </a:cubicBezTo>
                <a:cubicBezTo>
                  <a:pt x="3048902" y="13105"/>
                  <a:pt x="3227399" y="79084"/>
                  <a:pt x="3258589" y="95596"/>
                </a:cubicBezTo>
                <a:cubicBezTo>
                  <a:pt x="3286511" y="110378"/>
                  <a:pt x="3308466" y="134389"/>
                  <a:pt x="3333404" y="153785"/>
                </a:cubicBezTo>
                <a:cubicBezTo>
                  <a:pt x="3408858" y="277747"/>
                  <a:pt x="3397787" y="252863"/>
                  <a:pt x="3470564" y="411480"/>
                </a:cubicBezTo>
                <a:cubicBezTo>
                  <a:pt x="3499545" y="474643"/>
                  <a:pt x="3520258" y="541750"/>
                  <a:pt x="3553691" y="602673"/>
                </a:cubicBezTo>
                <a:cubicBezTo>
                  <a:pt x="3582905" y="655907"/>
                  <a:pt x="3621403" y="703547"/>
                  <a:pt x="3657600" y="752302"/>
                </a:cubicBezTo>
                <a:cubicBezTo>
                  <a:pt x="3758634" y="888388"/>
                  <a:pt x="3721226" y="853617"/>
                  <a:pt x="3828011" y="922713"/>
                </a:cubicBezTo>
                <a:cubicBezTo>
                  <a:pt x="3865418" y="893618"/>
                  <a:pt x="3915694" y="875971"/>
                  <a:pt x="3940233" y="835429"/>
                </a:cubicBezTo>
                <a:cubicBezTo>
                  <a:pt x="3952762" y="814729"/>
                  <a:pt x="3938601" y="783762"/>
                  <a:pt x="3923608" y="764771"/>
                </a:cubicBezTo>
                <a:cubicBezTo>
                  <a:pt x="3894916" y="728428"/>
                  <a:pt x="3854418" y="702642"/>
                  <a:pt x="3815542" y="677487"/>
                </a:cubicBezTo>
                <a:cubicBezTo>
                  <a:pt x="3664478" y="579740"/>
                  <a:pt x="3679165" y="591854"/>
                  <a:pt x="3545379" y="556953"/>
                </a:cubicBezTo>
                <a:cubicBezTo>
                  <a:pt x="3531524" y="566651"/>
                  <a:pt x="3513396" y="572111"/>
                  <a:pt x="3503815" y="586047"/>
                </a:cubicBezTo>
                <a:cubicBezTo>
                  <a:pt x="3462988" y="645432"/>
                  <a:pt x="3434150" y="749322"/>
                  <a:pt x="3412375" y="814647"/>
                </a:cubicBezTo>
                <a:cubicBezTo>
                  <a:pt x="3409604" y="857596"/>
                  <a:pt x="3402319" y="900491"/>
                  <a:pt x="3404062" y="943494"/>
                </a:cubicBezTo>
                <a:cubicBezTo>
                  <a:pt x="3406491" y="1003421"/>
                  <a:pt x="3419550" y="1062476"/>
                  <a:pt x="3424844" y="1122218"/>
                </a:cubicBezTo>
                <a:cubicBezTo>
                  <a:pt x="3429253" y="1171976"/>
                  <a:pt x="3430386" y="1221971"/>
                  <a:pt x="3433157" y="1271847"/>
                </a:cubicBezTo>
                <a:cubicBezTo>
                  <a:pt x="3426598" y="1325634"/>
                  <a:pt x="3425757" y="1461878"/>
                  <a:pt x="3379124" y="1521229"/>
                </a:cubicBezTo>
                <a:cubicBezTo>
                  <a:pt x="3364878" y="1539360"/>
                  <a:pt x="3340331" y="1546167"/>
                  <a:pt x="3320935" y="1558636"/>
                </a:cubicBezTo>
                <a:cubicBezTo>
                  <a:pt x="3301539" y="1555865"/>
                  <a:pt x="3279722" y="1560107"/>
                  <a:pt x="3262746" y="1550324"/>
                </a:cubicBezTo>
                <a:cubicBezTo>
                  <a:pt x="3112721" y="1463869"/>
                  <a:pt x="3053701" y="1418450"/>
                  <a:pt x="2975957" y="1271847"/>
                </a:cubicBezTo>
                <a:cubicBezTo>
                  <a:pt x="2954606" y="1231585"/>
                  <a:pt x="2945477" y="1185949"/>
                  <a:pt x="2930237" y="1143000"/>
                </a:cubicBezTo>
                <a:cubicBezTo>
                  <a:pt x="2915004" y="1027668"/>
                  <a:pt x="2938543" y="913411"/>
                  <a:pt x="2834640" y="839585"/>
                </a:cubicBezTo>
                <a:cubicBezTo>
                  <a:pt x="2808566" y="821059"/>
                  <a:pt x="2774188" y="818418"/>
                  <a:pt x="2743200" y="810491"/>
                </a:cubicBezTo>
                <a:cubicBezTo>
                  <a:pt x="2714507" y="803151"/>
                  <a:pt x="2685011" y="799407"/>
                  <a:pt x="2655917" y="793865"/>
                </a:cubicBezTo>
                <a:cubicBezTo>
                  <a:pt x="2636521" y="795251"/>
                  <a:pt x="2616765" y="794056"/>
                  <a:pt x="2597728" y="798022"/>
                </a:cubicBezTo>
                <a:cubicBezTo>
                  <a:pt x="2566120" y="804607"/>
                  <a:pt x="2520702" y="833689"/>
                  <a:pt x="2502131" y="856211"/>
                </a:cubicBezTo>
                <a:cubicBezTo>
                  <a:pt x="2451002" y="918218"/>
                  <a:pt x="2360815" y="1051560"/>
                  <a:pt x="2360815" y="1051560"/>
                </a:cubicBezTo>
                <a:cubicBezTo>
                  <a:pt x="2270238" y="1043326"/>
                  <a:pt x="2306622" y="1056010"/>
                  <a:pt x="2202873" y="943494"/>
                </a:cubicBezTo>
                <a:cubicBezTo>
                  <a:pt x="2018278" y="743300"/>
                  <a:pt x="2048991" y="777728"/>
                  <a:pt x="1941022" y="590204"/>
                </a:cubicBezTo>
                <a:cubicBezTo>
                  <a:pt x="1954877" y="527858"/>
                  <a:pt x="1960054" y="462927"/>
                  <a:pt x="1982586" y="403167"/>
                </a:cubicBezTo>
                <a:cubicBezTo>
                  <a:pt x="1992663" y="376442"/>
                  <a:pt x="2011173" y="349637"/>
                  <a:pt x="2036619" y="336665"/>
                </a:cubicBezTo>
                <a:cubicBezTo>
                  <a:pt x="2124378" y="291925"/>
                  <a:pt x="2366986" y="274644"/>
                  <a:pt x="2439786" y="266007"/>
                </a:cubicBezTo>
                <a:cubicBezTo>
                  <a:pt x="2441658" y="264551"/>
                  <a:pt x="2583034" y="180102"/>
                  <a:pt x="2531226" y="133004"/>
                </a:cubicBezTo>
                <a:cubicBezTo>
                  <a:pt x="2504493" y="108701"/>
                  <a:pt x="2459182" y="127462"/>
                  <a:pt x="2423160" y="124691"/>
                </a:cubicBezTo>
                <a:cubicBezTo>
                  <a:pt x="2331720" y="133004"/>
                  <a:pt x="2239504" y="135123"/>
                  <a:pt x="2148840" y="149629"/>
                </a:cubicBezTo>
                <a:cubicBezTo>
                  <a:pt x="2091149" y="158860"/>
                  <a:pt x="1919993" y="222086"/>
                  <a:pt x="1866208" y="241069"/>
                </a:cubicBezTo>
                <a:cubicBezTo>
                  <a:pt x="1824644" y="271549"/>
                  <a:pt x="1776769" y="294907"/>
                  <a:pt x="1741517" y="332509"/>
                </a:cubicBezTo>
                <a:cubicBezTo>
                  <a:pt x="1670271" y="408505"/>
                  <a:pt x="1657199" y="526465"/>
                  <a:pt x="1633451" y="619298"/>
                </a:cubicBezTo>
                <a:cubicBezTo>
                  <a:pt x="1625857" y="719916"/>
                  <a:pt x="1610662" y="945082"/>
                  <a:pt x="1596044" y="1047404"/>
                </a:cubicBezTo>
                <a:cubicBezTo>
                  <a:pt x="1580978" y="1152865"/>
                  <a:pt x="1578898" y="1209600"/>
                  <a:pt x="1496291" y="1280160"/>
                </a:cubicBezTo>
                <a:cubicBezTo>
                  <a:pt x="1392527" y="1368792"/>
                  <a:pt x="1331484" y="1369020"/>
                  <a:pt x="1201189" y="1404851"/>
                </a:cubicBezTo>
                <a:cubicBezTo>
                  <a:pt x="1152698" y="1399309"/>
                  <a:pt x="1101703" y="1404576"/>
                  <a:pt x="1055717" y="1388225"/>
                </a:cubicBezTo>
                <a:cubicBezTo>
                  <a:pt x="976284" y="1359982"/>
                  <a:pt x="750149" y="1235642"/>
                  <a:pt x="673331" y="1167938"/>
                </a:cubicBezTo>
                <a:cubicBezTo>
                  <a:pt x="637131" y="1136033"/>
                  <a:pt x="615125" y="1090699"/>
                  <a:pt x="581891" y="1055716"/>
                </a:cubicBezTo>
                <a:cubicBezTo>
                  <a:pt x="561740" y="1034505"/>
                  <a:pt x="490372" y="979165"/>
                  <a:pt x="457200" y="968433"/>
                </a:cubicBezTo>
                <a:cubicBezTo>
                  <a:pt x="430541" y="959808"/>
                  <a:pt x="401782" y="960120"/>
                  <a:pt x="374073" y="955964"/>
                </a:cubicBezTo>
                <a:cubicBezTo>
                  <a:pt x="333895" y="976746"/>
                  <a:pt x="286314" y="987133"/>
                  <a:pt x="253539" y="1018309"/>
                </a:cubicBezTo>
                <a:cubicBezTo>
                  <a:pt x="195844" y="1073190"/>
                  <a:pt x="193189" y="1144832"/>
                  <a:pt x="216131" y="1213658"/>
                </a:cubicBezTo>
                <a:cubicBezTo>
                  <a:pt x="234770" y="1269576"/>
                  <a:pt x="322019" y="1383540"/>
                  <a:pt x="344979" y="1425633"/>
                </a:cubicBezTo>
                <a:cubicBezTo>
                  <a:pt x="363708" y="1459970"/>
                  <a:pt x="375459" y="1497676"/>
                  <a:pt x="390699" y="1533698"/>
                </a:cubicBezTo>
                <a:cubicBezTo>
                  <a:pt x="403227" y="1625573"/>
                  <a:pt x="413422" y="1646520"/>
                  <a:pt x="390699" y="1745673"/>
                </a:cubicBezTo>
                <a:cubicBezTo>
                  <a:pt x="373539" y="1820554"/>
                  <a:pt x="376502" y="1813212"/>
                  <a:pt x="336666" y="1837113"/>
                </a:cubicBezTo>
                <a:cubicBezTo>
                  <a:pt x="266614" y="1823101"/>
                  <a:pt x="287027" y="1832095"/>
                  <a:pt x="220288" y="1699953"/>
                </a:cubicBezTo>
                <a:cubicBezTo>
                  <a:pt x="175171" y="1610620"/>
                  <a:pt x="108066" y="1421476"/>
                  <a:pt x="108066" y="1421476"/>
                </a:cubicBezTo>
                <a:cubicBezTo>
                  <a:pt x="99194" y="1356414"/>
                  <a:pt x="71491" y="1284882"/>
                  <a:pt x="145473" y="1234440"/>
                </a:cubicBezTo>
                <a:cubicBezTo>
                  <a:pt x="182970" y="1208874"/>
                  <a:pt x="234142" y="1215043"/>
                  <a:pt x="278477" y="1205345"/>
                </a:cubicBezTo>
                <a:cubicBezTo>
                  <a:pt x="354677" y="1206731"/>
                  <a:pt x="431352" y="1200897"/>
                  <a:pt x="507077" y="1209502"/>
                </a:cubicBezTo>
                <a:cubicBezTo>
                  <a:pt x="614813" y="1221745"/>
                  <a:pt x="720740" y="1246696"/>
                  <a:pt x="827117" y="1267691"/>
                </a:cubicBezTo>
                <a:cubicBezTo>
                  <a:pt x="904601" y="1282984"/>
                  <a:pt x="1187546" y="1340799"/>
                  <a:pt x="1300942" y="1375756"/>
                </a:cubicBezTo>
                <a:cubicBezTo>
                  <a:pt x="1431989" y="1416154"/>
                  <a:pt x="1561096" y="1462611"/>
                  <a:pt x="1691640" y="1504604"/>
                </a:cubicBezTo>
                <a:cubicBezTo>
                  <a:pt x="1759226" y="1526345"/>
                  <a:pt x="1824375" y="1563797"/>
                  <a:pt x="1895302" y="1566949"/>
                </a:cubicBezTo>
                <a:lnTo>
                  <a:pt x="2082339" y="1575262"/>
                </a:lnTo>
                <a:cubicBezTo>
                  <a:pt x="2197387" y="1525955"/>
                  <a:pt x="2273828" y="1507856"/>
                  <a:pt x="2360815" y="1409007"/>
                </a:cubicBezTo>
                <a:cubicBezTo>
                  <a:pt x="2386196" y="1380165"/>
                  <a:pt x="2394066" y="1339734"/>
                  <a:pt x="2410691" y="1305098"/>
                </a:cubicBezTo>
                <a:cubicBezTo>
                  <a:pt x="2383371" y="1177604"/>
                  <a:pt x="2369658" y="1035731"/>
                  <a:pt x="2294313" y="922713"/>
                </a:cubicBezTo>
                <a:cubicBezTo>
                  <a:pt x="2273634" y="891695"/>
                  <a:pt x="2245373" y="862762"/>
                  <a:pt x="2211186" y="847898"/>
                </a:cubicBezTo>
                <a:cubicBezTo>
                  <a:pt x="2178054" y="833493"/>
                  <a:pt x="2139142" y="842356"/>
                  <a:pt x="2103120" y="839585"/>
                </a:cubicBezTo>
                <a:cubicBezTo>
                  <a:pt x="1941585" y="887609"/>
                  <a:pt x="1926875" y="866954"/>
                  <a:pt x="1812175" y="1014153"/>
                </a:cubicBezTo>
                <a:cubicBezTo>
                  <a:pt x="1766754" y="1072444"/>
                  <a:pt x="1730873" y="1138227"/>
                  <a:pt x="1699953" y="1205345"/>
                </a:cubicBezTo>
                <a:cubicBezTo>
                  <a:pt x="1673738" y="1262250"/>
                  <a:pt x="1665697" y="1326167"/>
                  <a:pt x="1641764" y="1384069"/>
                </a:cubicBezTo>
                <a:cubicBezTo>
                  <a:pt x="1605246" y="1472418"/>
                  <a:pt x="1566858" y="1554311"/>
                  <a:pt x="1471353" y="1591887"/>
                </a:cubicBezTo>
                <a:cubicBezTo>
                  <a:pt x="1423027" y="1610900"/>
                  <a:pt x="1368830" y="1608512"/>
                  <a:pt x="1317568" y="1616825"/>
                </a:cubicBezTo>
                <a:cubicBezTo>
                  <a:pt x="1276004" y="1600200"/>
                  <a:pt x="1230726" y="1590853"/>
                  <a:pt x="1192877" y="1566949"/>
                </a:cubicBezTo>
                <a:cubicBezTo>
                  <a:pt x="1052655" y="1478388"/>
                  <a:pt x="1048062" y="1403217"/>
                  <a:pt x="968433" y="1246909"/>
                </a:cubicBezTo>
                <a:cubicBezTo>
                  <a:pt x="951808" y="1161011"/>
                  <a:pt x="912567" y="1076501"/>
                  <a:pt x="918557" y="989214"/>
                </a:cubicBezTo>
                <a:cubicBezTo>
                  <a:pt x="926486" y="873681"/>
                  <a:pt x="988756" y="808393"/>
                  <a:pt x="1084811" y="777240"/>
                </a:cubicBezTo>
                <a:cubicBezTo>
                  <a:pt x="1105938" y="770388"/>
                  <a:pt x="1129146" y="774469"/>
                  <a:pt x="1151313" y="773084"/>
                </a:cubicBezTo>
                <a:cubicBezTo>
                  <a:pt x="1185949" y="755073"/>
                  <a:pt x="1226044" y="744987"/>
                  <a:pt x="1255222" y="719051"/>
                </a:cubicBezTo>
                <a:cubicBezTo>
                  <a:pt x="1266799" y="708760"/>
                  <a:pt x="1265726" y="688665"/>
                  <a:pt x="1263535" y="673331"/>
                </a:cubicBezTo>
                <a:cubicBezTo>
                  <a:pt x="1255159" y="614695"/>
                  <a:pt x="1174043" y="587792"/>
                  <a:pt x="1138844" y="565265"/>
                </a:cubicBezTo>
                <a:cubicBezTo>
                  <a:pt x="1074458" y="568654"/>
                  <a:pt x="1006694" y="564054"/>
                  <a:pt x="951808" y="610985"/>
                </a:cubicBezTo>
                <a:cubicBezTo>
                  <a:pt x="883161" y="669683"/>
                  <a:pt x="834382" y="748311"/>
                  <a:pt x="773084" y="814647"/>
                </a:cubicBezTo>
                <a:cubicBezTo>
                  <a:pt x="733192" y="857818"/>
                  <a:pt x="691843" y="899750"/>
                  <a:pt x="648393" y="939338"/>
                </a:cubicBezTo>
                <a:cubicBezTo>
                  <a:pt x="629343" y="956694"/>
                  <a:pt x="610431" y="976716"/>
                  <a:pt x="586048" y="985058"/>
                </a:cubicBezTo>
                <a:cubicBezTo>
                  <a:pt x="555784" y="995411"/>
                  <a:pt x="522317" y="990600"/>
                  <a:pt x="490451" y="993371"/>
                </a:cubicBezTo>
                <a:cubicBezTo>
                  <a:pt x="453044" y="973975"/>
                  <a:pt x="409057" y="963908"/>
                  <a:pt x="378229" y="935182"/>
                </a:cubicBezTo>
                <a:cubicBezTo>
                  <a:pt x="345889" y="905047"/>
                  <a:pt x="318292" y="865845"/>
                  <a:pt x="307571" y="822960"/>
                </a:cubicBezTo>
                <a:cubicBezTo>
                  <a:pt x="279279" y="709791"/>
                  <a:pt x="327444" y="586956"/>
                  <a:pt x="407324" y="507076"/>
                </a:cubicBezTo>
                <a:cubicBezTo>
                  <a:pt x="443691" y="470709"/>
                  <a:pt x="498764" y="459971"/>
                  <a:pt x="544484" y="436418"/>
                </a:cubicBezTo>
                <a:cubicBezTo>
                  <a:pt x="671306" y="478694"/>
                  <a:pt x="624900" y="446575"/>
                  <a:pt x="627611" y="714894"/>
                </a:cubicBezTo>
                <a:cubicBezTo>
                  <a:pt x="629177" y="869866"/>
                  <a:pt x="600216" y="840344"/>
                  <a:pt x="544484" y="951807"/>
                </a:cubicBezTo>
                <a:cubicBezTo>
                  <a:pt x="523656" y="993463"/>
                  <a:pt x="508462" y="1037705"/>
                  <a:pt x="490451" y="1080654"/>
                </a:cubicBezTo>
                <a:cubicBezTo>
                  <a:pt x="478640" y="1194830"/>
                  <a:pt x="453127" y="1342644"/>
                  <a:pt x="515389" y="1446414"/>
                </a:cubicBezTo>
                <a:cubicBezTo>
                  <a:pt x="534648" y="1478513"/>
                  <a:pt x="590204" y="1449185"/>
                  <a:pt x="627611" y="1450571"/>
                </a:cubicBezTo>
                <a:cubicBezTo>
                  <a:pt x="688571" y="1418705"/>
                  <a:pt x="758970" y="1400550"/>
                  <a:pt x="810491" y="1354974"/>
                </a:cubicBezTo>
                <a:cubicBezTo>
                  <a:pt x="835761" y="1332620"/>
                  <a:pt x="839241" y="1292814"/>
                  <a:pt x="843742" y="1259378"/>
                </a:cubicBezTo>
                <a:cubicBezTo>
                  <a:pt x="849106" y="1219536"/>
                  <a:pt x="850108" y="1177644"/>
                  <a:pt x="839586" y="1138844"/>
                </a:cubicBezTo>
                <a:cubicBezTo>
                  <a:pt x="827423" y="1093994"/>
                  <a:pt x="804415" y="1051848"/>
                  <a:pt x="777240" y="1014153"/>
                </a:cubicBezTo>
                <a:cubicBezTo>
                  <a:pt x="748984" y="974959"/>
                  <a:pt x="690551" y="945474"/>
                  <a:pt x="644237" y="935182"/>
                </a:cubicBezTo>
                <a:cubicBezTo>
                  <a:pt x="604644" y="926384"/>
                  <a:pt x="563880" y="924098"/>
                  <a:pt x="523702" y="918556"/>
                </a:cubicBezTo>
                <a:lnTo>
                  <a:pt x="311728" y="947651"/>
                </a:lnTo>
                <a:cubicBezTo>
                  <a:pt x="232604" y="957824"/>
                  <a:pt x="257172" y="964103"/>
                  <a:pt x="220288" y="951807"/>
                </a:cubicBezTo>
                <a:cubicBezTo>
                  <a:pt x="199506" y="924098"/>
                  <a:pt x="173903" y="899420"/>
                  <a:pt x="157942" y="868680"/>
                </a:cubicBezTo>
                <a:cubicBezTo>
                  <a:pt x="112522" y="781204"/>
                  <a:pt x="93218" y="722632"/>
                  <a:pt x="112222" y="627611"/>
                </a:cubicBezTo>
                <a:cubicBezTo>
                  <a:pt x="123309" y="572176"/>
                  <a:pt x="113507" y="494406"/>
                  <a:pt x="162099" y="465513"/>
                </a:cubicBezTo>
                <a:cubicBezTo>
                  <a:pt x="386184" y="332273"/>
                  <a:pt x="257290" y="385186"/>
                  <a:pt x="556953" y="328353"/>
                </a:cubicBezTo>
                <a:cubicBezTo>
                  <a:pt x="756265" y="334215"/>
                  <a:pt x="690740" y="321433"/>
                  <a:pt x="931026" y="394854"/>
                </a:cubicBezTo>
                <a:cubicBezTo>
                  <a:pt x="1003936" y="417132"/>
                  <a:pt x="1072287" y="455294"/>
                  <a:pt x="1147157" y="469669"/>
                </a:cubicBezTo>
                <a:cubicBezTo>
                  <a:pt x="1246816" y="488804"/>
                  <a:pt x="1349433" y="486294"/>
                  <a:pt x="1450571" y="494607"/>
                </a:cubicBezTo>
                <a:cubicBezTo>
                  <a:pt x="1687059" y="417070"/>
                  <a:pt x="1704564" y="442037"/>
                  <a:pt x="1878677" y="278476"/>
                </a:cubicBezTo>
                <a:cubicBezTo>
                  <a:pt x="1917472" y="242033"/>
                  <a:pt x="1949241" y="198296"/>
                  <a:pt x="1978429" y="153785"/>
                </a:cubicBezTo>
                <a:cubicBezTo>
                  <a:pt x="2103593" y="-37090"/>
                  <a:pt x="2001824" y="68042"/>
                  <a:pt x="2061557" y="8313"/>
                </a:cubicBezTo>
                <a:cubicBezTo>
                  <a:pt x="2497638" y="221509"/>
                  <a:pt x="2326977" y="104829"/>
                  <a:pt x="2597728" y="320040"/>
                </a:cubicBezTo>
                <a:cubicBezTo>
                  <a:pt x="2611582" y="374073"/>
                  <a:pt x="2638859" y="426359"/>
                  <a:pt x="2639291" y="482138"/>
                </a:cubicBezTo>
                <a:cubicBezTo>
                  <a:pt x="2641823" y="808818"/>
                  <a:pt x="2612758" y="826695"/>
                  <a:pt x="2514600" y="1093124"/>
                </a:cubicBezTo>
                <a:cubicBezTo>
                  <a:pt x="2509058" y="1172095"/>
                  <a:pt x="2484827" y="1251971"/>
                  <a:pt x="2497975" y="1330036"/>
                </a:cubicBezTo>
                <a:cubicBezTo>
                  <a:pt x="2521510" y="1469777"/>
                  <a:pt x="2630224" y="1547961"/>
                  <a:pt x="2759826" y="1579418"/>
                </a:cubicBezTo>
                <a:cubicBezTo>
                  <a:pt x="2840709" y="1599050"/>
                  <a:pt x="2926081" y="1587731"/>
                  <a:pt x="3009208" y="1591887"/>
                </a:cubicBezTo>
                <a:cubicBezTo>
                  <a:pt x="3139492" y="1577928"/>
                  <a:pt x="3313092" y="1579083"/>
                  <a:pt x="3429000" y="1496291"/>
                </a:cubicBezTo>
                <a:cubicBezTo>
                  <a:pt x="3457743" y="1475760"/>
                  <a:pt x="3459480" y="1432560"/>
                  <a:pt x="3474720" y="1400694"/>
                </a:cubicBezTo>
                <a:cubicBezTo>
                  <a:pt x="3456031" y="1225015"/>
                  <a:pt x="3458766" y="1109602"/>
                  <a:pt x="3362499" y="943494"/>
                </a:cubicBezTo>
                <a:cubicBezTo>
                  <a:pt x="3335900" y="897598"/>
                  <a:pt x="3289873" y="862361"/>
                  <a:pt x="3241964" y="839585"/>
                </a:cubicBezTo>
                <a:cubicBezTo>
                  <a:pt x="3201612" y="820402"/>
                  <a:pt x="3153295" y="828502"/>
                  <a:pt x="3108960" y="822960"/>
                </a:cubicBezTo>
                <a:cubicBezTo>
                  <a:pt x="3053542" y="832658"/>
                  <a:pt x="2996310" y="834971"/>
                  <a:pt x="2942706" y="852054"/>
                </a:cubicBezTo>
                <a:cubicBezTo>
                  <a:pt x="2756908" y="911264"/>
                  <a:pt x="2602056" y="1009871"/>
                  <a:pt x="2460568" y="1147156"/>
                </a:cubicBezTo>
                <a:cubicBezTo>
                  <a:pt x="2343034" y="1261199"/>
                  <a:pt x="2267597" y="1443214"/>
                  <a:pt x="2177935" y="1575262"/>
                </a:cubicBezTo>
                <a:cubicBezTo>
                  <a:pt x="2149888" y="1616567"/>
                  <a:pt x="2080660" y="1705936"/>
                  <a:pt x="2019993" y="1729047"/>
                </a:cubicBezTo>
                <a:cubicBezTo>
                  <a:pt x="1984184" y="1742688"/>
                  <a:pt x="1945178" y="1745672"/>
                  <a:pt x="1907771" y="1753985"/>
                </a:cubicBezTo>
                <a:cubicBezTo>
                  <a:pt x="1886213" y="1748380"/>
                  <a:pt x="1637238" y="1699012"/>
                  <a:pt x="1591888" y="1645920"/>
                </a:cubicBezTo>
                <a:cubicBezTo>
                  <a:pt x="1557623" y="1605805"/>
                  <a:pt x="1550324" y="1548938"/>
                  <a:pt x="1529542" y="1500447"/>
                </a:cubicBezTo>
                <a:cubicBezTo>
                  <a:pt x="1519844" y="1436716"/>
                  <a:pt x="1498895" y="1373700"/>
                  <a:pt x="1500448" y="1309254"/>
                </a:cubicBezTo>
                <a:cubicBezTo>
                  <a:pt x="1501719" y="1256513"/>
                  <a:pt x="1529182" y="1207508"/>
                  <a:pt x="1537855" y="1155469"/>
                </a:cubicBezTo>
                <a:cubicBezTo>
                  <a:pt x="1547238" y="1099172"/>
                  <a:pt x="1548177" y="1041782"/>
                  <a:pt x="1554480" y="985058"/>
                </a:cubicBezTo>
                <a:cubicBezTo>
                  <a:pt x="1563425" y="904552"/>
                  <a:pt x="1562793" y="954349"/>
                  <a:pt x="1562793" y="918556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CFC65698-E82A-A902-D815-4C757D6ACC89}"/>
              </a:ext>
            </a:extLst>
          </p:cNvPr>
          <p:cNvSpPr/>
          <p:nvPr/>
        </p:nvSpPr>
        <p:spPr>
          <a:xfrm>
            <a:off x="5162805" y="2594393"/>
            <a:ext cx="3811386" cy="1529542"/>
          </a:xfrm>
          <a:custGeom>
            <a:avLst/>
            <a:gdLst>
              <a:gd name="csX0" fmla="*/ 236596 w 3956008"/>
              <a:gd name="csY0" fmla="*/ 453043 h 1895302"/>
              <a:gd name="csX1" fmla="*/ 298942 w 3956008"/>
              <a:gd name="csY1" fmla="*/ 382385 h 1895302"/>
              <a:gd name="csX2" fmla="*/ 573262 w 3956008"/>
              <a:gd name="csY2" fmla="*/ 340822 h 1895302"/>
              <a:gd name="csX3" fmla="*/ 664702 w 3956008"/>
              <a:gd name="csY3" fmla="*/ 349134 h 1895302"/>
              <a:gd name="csX4" fmla="*/ 756142 w 3956008"/>
              <a:gd name="csY4" fmla="*/ 411480 h 1895302"/>
              <a:gd name="csX5" fmla="*/ 897458 w 3956008"/>
              <a:gd name="csY5" fmla="*/ 565265 h 1895302"/>
              <a:gd name="csX6" fmla="*/ 1096964 w 3956008"/>
              <a:gd name="csY6" fmla="*/ 893618 h 1895302"/>
              <a:gd name="csX7" fmla="*/ 1304782 w 3956008"/>
              <a:gd name="csY7" fmla="*/ 1051560 h 1895302"/>
              <a:gd name="csX8" fmla="*/ 1533382 w 3956008"/>
              <a:gd name="csY8" fmla="*/ 972589 h 1895302"/>
              <a:gd name="csX9" fmla="*/ 1579102 w 3956008"/>
              <a:gd name="csY9" fmla="*/ 856211 h 1895302"/>
              <a:gd name="csX10" fmla="*/ 1566633 w 3956008"/>
              <a:gd name="csY10" fmla="*/ 640080 h 1895302"/>
              <a:gd name="csX11" fmla="*/ 1441942 w 3956008"/>
              <a:gd name="csY11" fmla="*/ 527858 h 1895302"/>
              <a:gd name="csX12" fmla="*/ 1362971 w 3956008"/>
              <a:gd name="csY12" fmla="*/ 515389 h 1895302"/>
              <a:gd name="csX13" fmla="*/ 1117745 w 3956008"/>
              <a:gd name="csY13" fmla="*/ 565265 h 1895302"/>
              <a:gd name="csX14" fmla="*/ 1038775 w 3956008"/>
              <a:gd name="csY14" fmla="*/ 656705 h 1895302"/>
              <a:gd name="csX15" fmla="*/ 1026305 w 3956008"/>
              <a:gd name="csY15" fmla="*/ 723207 h 1895302"/>
              <a:gd name="csX16" fmla="*/ 997211 w 3956008"/>
              <a:gd name="csY16" fmla="*/ 810491 h 1895302"/>
              <a:gd name="csX17" fmla="*/ 976429 w 3956008"/>
              <a:gd name="csY17" fmla="*/ 939338 h 1895302"/>
              <a:gd name="csX18" fmla="*/ 872520 w 3956008"/>
              <a:gd name="csY18" fmla="*/ 1284316 h 1895302"/>
              <a:gd name="csX19" fmla="*/ 743673 w 3956008"/>
              <a:gd name="csY19" fmla="*/ 1438102 h 1895302"/>
              <a:gd name="csX20" fmla="*/ 643920 w 3956008"/>
              <a:gd name="csY20" fmla="*/ 1458883 h 1895302"/>
              <a:gd name="csX21" fmla="*/ 373756 w 3956008"/>
              <a:gd name="csY21" fmla="*/ 1350818 h 1895302"/>
              <a:gd name="csX22" fmla="*/ 377913 w 3956008"/>
              <a:gd name="csY22" fmla="*/ 1263534 h 1895302"/>
              <a:gd name="csX23" fmla="*/ 407007 w 3956008"/>
              <a:gd name="csY23" fmla="*/ 1192876 h 1895302"/>
              <a:gd name="csX24" fmla="*/ 506760 w 3956008"/>
              <a:gd name="csY24" fmla="*/ 1221971 h 1895302"/>
              <a:gd name="csX25" fmla="*/ 822644 w 3956008"/>
              <a:gd name="csY25" fmla="*/ 1483822 h 1895302"/>
              <a:gd name="csX26" fmla="*/ 934865 w 3956008"/>
              <a:gd name="csY26" fmla="*/ 1562793 h 1895302"/>
              <a:gd name="csX27" fmla="*/ 1155153 w 3956008"/>
              <a:gd name="csY27" fmla="*/ 1679171 h 1895302"/>
              <a:gd name="csX28" fmla="*/ 1259062 w 3956008"/>
              <a:gd name="csY28" fmla="*/ 1708265 h 1895302"/>
              <a:gd name="csX29" fmla="*/ 1579102 w 3956008"/>
              <a:gd name="csY29" fmla="*/ 1770611 h 1895302"/>
              <a:gd name="csX30" fmla="*/ 1957331 w 3956008"/>
              <a:gd name="csY30" fmla="*/ 1691640 h 1895302"/>
              <a:gd name="csX31" fmla="*/ 2094491 w 3956008"/>
              <a:gd name="csY31" fmla="*/ 1629294 h 1895302"/>
              <a:gd name="csX32" fmla="*/ 2381280 w 3956008"/>
              <a:gd name="csY32" fmla="*/ 1321723 h 1895302"/>
              <a:gd name="csX33" fmla="*/ 2368811 w 3956008"/>
              <a:gd name="csY33" fmla="*/ 847898 h 1895302"/>
              <a:gd name="csX34" fmla="*/ 2231651 w 3956008"/>
              <a:gd name="csY34" fmla="*/ 789709 h 1895302"/>
              <a:gd name="csX35" fmla="*/ 1978113 w 3956008"/>
              <a:gd name="csY35" fmla="*/ 860367 h 1895302"/>
              <a:gd name="csX36" fmla="*/ 1878360 w 3956008"/>
              <a:gd name="csY36" fmla="*/ 939338 h 1895302"/>
              <a:gd name="csX37" fmla="*/ 1728731 w 3956008"/>
              <a:gd name="csY37" fmla="*/ 1084811 h 1895302"/>
              <a:gd name="csX38" fmla="*/ 1508444 w 3956008"/>
              <a:gd name="csY38" fmla="*/ 1450571 h 1895302"/>
              <a:gd name="csX39" fmla="*/ 1450255 w 3956008"/>
              <a:gd name="csY39" fmla="*/ 1500447 h 1895302"/>
              <a:gd name="csX40" fmla="*/ 1375440 w 3956008"/>
              <a:gd name="csY40" fmla="*/ 1512916 h 1895302"/>
              <a:gd name="csX41" fmla="*/ 1275687 w 3956008"/>
              <a:gd name="csY41" fmla="*/ 1463040 h 1895302"/>
              <a:gd name="csX42" fmla="*/ 1171778 w 3956008"/>
              <a:gd name="csY42" fmla="*/ 1155469 h 1895302"/>
              <a:gd name="csX43" fmla="*/ 1205029 w 3956008"/>
              <a:gd name="csY43" fmla="*/ 1001683 h 1895302"/>
              <a:gd name="csX44" fmla="*/ 1454411 w 3956008"/>
              <a:gd name="csY44" fmla="*/ 789709 h 1895302"/>
              <a:gd name="csX45" fmla="*/ 1745356 w 3956008"/>
              <a:gd name="csY45" fmla="*/ 665018 h 1895302"/>
              <a:gd name="csX46" fmla="*/ 2057084 w 3956008"/>
              <a:gd name="csY46" fmla="*/ 581891 h 1895302"/>
              <a:gd name="csX47" fmla="*/ 2177618 w 3956008"/>
              <a:gd name="csY47" fmla="*/ 502920 h 1895302"/>
              <a:gd name="csX48" fmla="*/ 2194244 w 3956008"/>
              <a:gd name="csY48" fmla="*/ 137160 h 1895302"/>
              <a:gd name="csX49" fmla="*/ 2094491 w 3956008"/>
              <a:gd name="csY49" fmla="*/ 33251 h 1895302"/>
              <a:gd name="csX50" fmla="*/ 2003051 w 3956008"/>
              <a:gd name="csY50" fmla="*/ 0 h 1895302"/>
              <a:gd name="csX51" fmla="*/ 1857578 w 3956008"/>
              <a:gd name="csY51" fmla="*/ 74814 h 1895302"/>
              <a:gd name="csX52" fmla="*/ 1807702 w 3956008"/>
              <a:gd name="csY52" fmla="*/ 361603 h 1895302"/>
              <a:gd name="csX53" fmla="*/ 1878360 w 3956008"/>
              <a:gd name="csY53" fmla="*/ 594360 h 1895302"/>
              <a:gd name="csX54" fmla="*/ 2106960 w 3956008"/>
              <a:gd name="csY54" fmla="*/ 1026622 h 1895302"/>
              <a:gd name="csX55" fmla="*/ 2327247 w 3956008"/>
              <a:gd name="csY55" fmla="*/ 1197033 h 1895302"/>
              <a:gd name="csX56" fmla="*/ 2505971 w 3956008"/>
              <a:gd name="csY56" fmla="*/ 1263534 h 1895302"/>
              <a:gd name="csX57" fmla="*/ 2672225 w 3956008"/>
              <a:gd name="csY57" fmla="*/ 1271847 h 1895302"/>
              <a:gd name="csX58" fmla="*/ 2971484 w 3956008"/>
              <a:gd name="csY58" fmla="*/ 1230283 h 1895302"/>
              <a:gd name="csX59" fmla="*/ 3067080 w 3956008"/>
              <a:gd name="csY59" fmla="*/ 1155469 h 1895302"/>
              <a:gd name="csX60" fmla="*/ 3225022 w 3956008"/>
              <a:gd name="csY60" fmla="*/ 947651 h 1895302"/>
              <a:gd name="csX61" fmla="*/ 3233335 w 3956008"/>
              <a:gd name="csY61" fmla="*/ 814647 h 1895302"/>
              <a:gd name="csX62" fmla="*/ 3241647 w 3956008"/>
              <a:gd name="csY62" fmla="*/ 739833 h 1895302"/>
              <a:gd name="csX63" fmla="*/ 3166833 w 3956008"/>
              <a:gd name="csY63" fmla="*/ 610985 h 1895302"/>
              <a:gd name="csX64" fmla="*/ 3096175 w 3956008"/>
              <a:gd name="csY64" fmla="*/ 515389 h 1895302"/>
              <a:gd name="csX65" fmla="*/ 3083705 w 3956008"/>
              <a:gd name="csY65" fmla="*/ 490451 h 1895302"/>
              <a:gd name="csX66" fmla="*/ 3133582 w 3956008"/>
              <a:gd name="csY66" fmla="*/ 403167 h 1895302"/>
              <a:gd name="csX67" fmla="*/ 3187615 w 3956008"/>
              <a:gd name="csY67" fmla="*/ 390698 h 1895302"/>
              <a:gd name="csX68" fmla="*/ 3424527 w 3956008"/>
              <a:gd name="csY68" fmla="*/ 407323 h 1895302"/>
              <a:gd name="csX69" fmla="*/ 3486873 w 3956008"/>
              <a:gd name="csY69" fmla="*/ 453043 h 1895302"/>
              <a:gd name="csX70" fmla="*/ 3653127 w 3956008"/>
              <a:gd name="csY70" fmla="*/ 698269 h 1895302"/>
              <a:gd name="csX71" fmla="*/ 3694691 w 3956008"/>
              <a:gd name="csY71" fmla="*/ 897774 h 1895302"/>
              <a:gd name="csX72" fmla="*/ 3615720 w 3956008"/>
              <a:gd name="csY72" fmla="*/ 976745 h 1895302"/>
              <a:gd name="csX73" fmla="*/ 3520124 w 3956008"/>
              <a:gd name="csY73" fmla="*/ 997527 h 1895302"/>
              <a:gd name="csX74" fmla="*/ 3374651 w 3956008"/>
              <a:gd name="csY74" fmla="*/ 976745 h 1895302"/>
              <a:gd name="csX75" fmla="*/ 3166833 w 3956008"/>
              <a:gd name="csY75" fmla="*/ 881149 h 1895302"/>
              <a:gd name="csX76" fmla="*/ 3013047 w 3956008"/>
              <a:gd name="csY76" fmla="*/ 822960 h 1895302"/>
              <a:gd name="csX77" fmla="*/ 2684695 w 3956008"/>
              <a:gd name="csY77" fmla="*/ 864523 h 1895302"/>
              <a:gd name="csX78" fmla="*/ 2614036 w 3956008"/>
              <a:gd name="csY78" fmla="*/ 935182 h 1895302"/>
              <a:gd name="csX79" fmla="*/ 2576629 w 3956008"/>
              <a:gd name="csY79" fmla="*/ 1014153 h 1895302"/>
              <a:gd name="csX80" fmla="*/ 2597411 w 3956008"/>
              <a:gd name="csY80" fmla="*/ 1176251 h 1895302"/>
              <a:gd name="csX81" fmla="*/ 2693007 w 3956008"/>
              <a:gd name="csY81" fmla="*/ 1404851 h 1895302"/>
              <a:gd name="csX82" fmla="*/ 2988109 w 3956008"/>
              <a:gd name="csY82" fmla="*/ 1670858 h 1895302"/>
              <a:gd name="csX83" fmla="*/ 3424527 w 3956008"/>
              <a:gd name="csY83" fmla="*/ 1687483 h 1895302"/>
              <a:gd name="csX84" fmla="*/ 3416215 w 3956008"/>
              <a:gd name="csY84" fmla="*/ 1783080 h 1895302"/>
              <a:gd name="csX85" fmla="*/ 3104487 w 3956008"/>
              <a:gd name="csY85" fmla="*/ 1832956 h 1895302"/>
              <a:gd name="csX86" fmla="*/ 2950702 w 3956008"/>
              <a:gd name="csY86" fmla="*/ 1783080 h 1895302"/>
              <a:gd name="csX87" fmla="*/ 2929920 w 3956008"/>
              <a:gd name="csY87" fmla="*/ 1745673 h 1895302"/>
              <a:gd name="csX88" fmla="*/ 3004735 w 3956008"/>
              <a:gd name="csY88" fmla="*/ 1542011 h 1895302"/>
              <a:gd name="csX89" fmla="*/ 3387120 w 3956008"/>
              <a:gd name="csY89" fmla="*/ 1433945 h 1895302"/>
              <a:gd name="csX90" fmla="*/ 3673909 w 3956008"/>
              <a:gd name="csY90" fmla="*/ 1313411 h 1895302"/>
              <a:gd name="csX91" fmla="*/ 3748724 w 3956008"/>
              <a:gd name="csY91" fmla="*/ 1180407 h 1895302"/>
              <a:gd name="csX92" fmla="*/ 3781975 w 3956008"/>
              <a:gd name="csY92" fmla="*/ 1047403 h 1895302"/>
              <a:gd name="csX93" fmla="*/ 3769505 w 3956008"/>
              <a:gd name="csY93" fmla="*/ 935182 h 1895302"/>
              <a:gd name="csX94" fmla="*/ 3673909 w 3956008"/>
              <a:gd name="csY94" fmla="*/ 702425 h 1895302"/>
              <a:gd name="csX95" fmla="*/ 3582469 w 3956008"/>
              <a:gd name="csY95" fmla="*/ 627611 h 1895302"/>
              <a:gd name="csX96" fmla="*/ 3424527 w 3956008"/>
              <a:gd name="csY96" fmla="*/ 598516 h 1895302"/>
              <a:gd name="csX97" fmla="*/ 2763665 w 3956008"/>
              <a:gd name="csY97" fmla="*/ 631767 h 1895302"/>
              <a:gd name="csX98" fmla="*/ 2443625 w 3956008"/>
              <a:gd name="csY98" fmla="*/ 777240 h 1895302"/>
              <a:gd name="csX99" fmla="*/ 2198400 w 3956008"/>
              <a:gd name="csY99" fmla="*/ 1101436 h 1895302"/>
              <a:gd name="csX100" fmla="*/ 2140211 w 3956008"/>
              <a:gd name="csY100" fmla="*/ 1259378 h 1895302"/>
              <a:gd name="csX101" fmla="*/ 2036302 w 3956008"/>
              <a:gd name="csY101" fmla="*/ 1512916 h 1895302"/>
              <a:gd name="csX102" fmla="*/ 1928236 w 3956008"/>
              <a:gd name="csY102" fmla="*/ 1583574 h 1895302"/>
              <a:gd name="csX103" fmla="*/ 1774451 w 3956008"/>
              <a:gd name="csY103" fmla="*/ 1612669 h 1895302"/>
              <a:gd name="csX104" fmla="*/ 1608196 w 3956008"/>
              <a:gd name="csY104" fmla="*/ 1604356 h 1895302"/>
              <a:gd name="csX105" fmla="*/ 1371284 w 3956008"/>
              <a:gd name="csY105" fmla="*/ 1321723 h 1895302"/>
              <a:gd name="csX106" fmla="*/ 1358815 w 3956008"/>
              <a:gd name="csY106" fmla="*/ 1138843 h 1895302"/>
              <a:gd name="csX107" fmla="*/ 1633135 w 3956008"/>
              <a:gd name="csY107" fmla="*/ 993371 h 1895302"/>
              <a:gd name="csX108" fmla="*/ 1903298 w 3956008"/>
              <a:gd name="csY108" fmla="*/ 997527 h 1895302"/>
              <a:gd name="csX109" fmla="*/ 2223338 w 3956008"/>
              <a:gd name="csY109" fmla="*/ 1109749 h 1895302"/>
              <a:gd name="csX110" fmla="*/ 2314778 w 3956008"/>
              <a:gd name="csY110" fmla="*/ 1197033 h 1895302"/>
              <a:gd name="csX111" fmla="*/ 2418687 w 3956008"/>
              <a:gd name="csY111" fmla="*/ 1309254 h 1895302"/>
              <a:gd name="csX112" fmla="*/ 2614036 w 3956008"/>
              <a:gd name="csY112" fmla="*/ 1550323 h 1895302"/>
              <a:gd name="csX113" fmla="*/ 2676382 w 3956008"/>
              <a:gd name="csY113" fmla="*/ 1608513 h 1895302"/>
              <a:gd name="csX114" fmla="*/ 2759509 w 3956008"/>
              <a:gd name="csY114" fmla="*/ 1641763 h 1895302"/>
              <a:gd name="csX115" fmla="*/ 2963171 w 3956008"/>
              <a:gd name="csY115" fmla="*/ 1583574 h 1895302"/>
              <a:gd name="csX116" fmla="*/ 3092018 w 3956008"/>
              <a:gd name="csY116" fmla="*/ 1251065 h 1895302"/>
              <a:gd name="csX117" fmla="*/ 3079549 w 3956008"/>
              <a:gd name="csY117" fmla="*/ 1047403 h 1895302"/>
              <a:gd name="csX118" fmla="*/ 2884200 w 3956008"/>
              <a:gd name="csY118" fmla="*/ 665018 h 1895302"/>
              <a:gd name="csX119" fmla="*/ 2693007 w 3956008"/>
              <a:gd name="csY119" fmla="*/ 594360 h 1895302"/>
              <a:gd name="csX120" fmla="*/ 2239964 w 3956008"/>
              <a:gd name="csY120" fmla="*/ 644236 h 1895302"/>
              <a:gd name="csX121" fmla="*/ 2115273 w 3956008"/>
              <a:gd name="csY121" fmla="*/ 739833 h 1895302"/>
              <a:gd name="csX122" fmla="*/ 1699636 w 3956008"/>
              <a:gd name="csY122" fmla="*/ 1134687 h 1895302"/>
              <a:gd name="csX123" fmla="*/ 1579102 w 3956008"/>
              <a:gd name="csY123" fmla="*/ 1151313 h 1895302"/>
              <a:gd name="csX124" fmla="*/ 1146840 w 3956008"/>
              <a:gd name="csY124" fmla="*/ 939338 h 1895302"/>
              <a:gd name="csX125" fmla="*/ 1013836 w 3956008"/>
              <a:gd name="csY125" fmla="*/ 752302 h 1895302"/>
              <a:gd name="csX126" fmla="*/ 988898 w 3956008"/>
              <a:gd name="csY126" fmla="*/ 602673 h 1895302"/>
              <a:gd name="csX127" fmla="*/ 1017993 w 3956008"/>
              <a:gd name="csY127" fmla="*/ 440574 h 1895302"/>
              <a:gd name="csX128" fmla="*/ 1234124 w 3956008"/>
              <a:gd name="csY128" fmla="*/ 257694 h 1895302"/>
              <a:gd name="csX129" fmla="*/ 1375440 w 3956008"/>
              <a:gd name="csY129" fmla="*/ 241069 h 1895302"/>
              <a:gd name="csX130" fmla="*/ 1525069 w 3956008"/>
              <a:gd name="csY130" fmla="*/ 361603 h 1895302"/>
              <a:gd name="csX131" fmla="*/ 1541695 w 3956008"/>
              <a:gd name="csY131" fmla="*/ 436418 h 1895302"/>
              <a:gd name="csX132" fmla="*/ 1487662 w 3956008"/>
              <a:gd name="csY132" fmla="*/ 498763 h 1895302"/>
              <a:gd name="csX133" fmla="*/ 1350502 w 3956008"/>
              <a:gd name="csY133" fmla="*/ 548640 h 1895302"/>
              <a:gd name="csX134" fmla="*/ 1072025 w 3956008"/>
              <a:gd name="csY134" fmla="*/ 581891 h 1895302"/>
              <a:gd name="csX135" fmla="*/ 864207 w 3956008"/>
              <a:gd name="csY135" fmla="*/ 631767 h 1895302"/>
              <a:gd name="csX136" fmla="*/ 760298 w 3956008"/>
              <a:gd name="csY136" fmla="*/ 660862 h 1895302"/>
              <a:gd name="csX137" fmla="*/ 648076 w 3956008"/>
              <a:gd name="csY137" fmla="*/ 723207 h 1895302"/>
              <a:gd name="csX138" fmla="*/ 477665 w 3956008"/>
              <a:gd name="csY138" fmla="*/ 872836 h 1895302"/>
              <a:gd name="csX139" fmla="*/ 419476 w 3956008"/>
              <a:gd name="csY139" fmla="*/ 985058 h 1895302"/>
              <a:gd name="csX140" fmla="*/ 394538 w 3956008"/>
              <a:gd name="csY140" fmla="*/ 1180407 h 1895302"/>
              <a:gd name="csX141" fmla="*/ 469353 w 3956008"/>
              <a:gd name="csY141" fmla="*/ 1321723 h 1895302"/>
              <a:gd name="csX142" fmla="*/ 697953 w 3956008"/>
              <a:gd name="csY142" fmla="*/ 1463040 h 1895302"/>
              <a:gd name="csX143" fmla="*/ 751985 w 3956008"/>
              <a:gd name="csY143" fmla="*/ 1471353 h 1895302"/>
              <a:gd name="csX144" fmla="*/ 810175 w 3956008"/>
              <a:gd name="csY144" fmla="*/ 1500447 h 1895302"/>
              <a:gd name="csX145" fmla="*/ 860051 w 3956008"/>
              <a:gd name="csY145" fmla="*/ 1612669 h 1895302"/>
              <a:gd name="csX146" fmla="*/ 830956 w 3956008"/>
              <a:gd name="csY146" fmla="*/ 1691640 h 1895302"/>
              <a:gd name="csX147" fmla="*/ 589887 w 3956008"/>
              <a:gd name="csY147" fmla="*/ 1812174 h 1895302"/>
              <a:gd name="csX148" fmla="*/ 498447 w 3956008"/>
              <a:gd name="csY148" fmla="*/ 1816331 h 1895302"/>
              <a:gd name="csX149" fmla="*/ 311411 w 3956008"/>
              <a:gd name="csY149" fmla="*/ 1679171 h 1895302"/>
              <a:gd name="csX150" fmla="*/ 128531 w 3956008"/>
              <a:gd name="csY150" fmla="*/ 1346662 h 1895302"/>
              <a:gd name="csX151" fmla="*/ 120218 w 3956008"/>
              <a:gd name="csY151" fmla="*/ 1213658 h 1895302"/>
              <a:gd name="csX152" fmla="*/ 195033 w 3956008"/>
              <a:gd name="csY152" fmla="*/ 993371 h 1895302"/>
              <a:gd name="csX153" fmla="*/ 278160 w 3956008"/>
              <a:gd name="csY153" fmla="*/ 972589 h 1895302"/>
              <a:gd name="csX154" fmla="*/ 481822 w 3956008"/>
              <a:gd name="csY154" fmla="*/ 1001683 h 1895302"/>
              <a:gd name="csX155" fmla="*/ 589887 w 3956008"/>
              <a:gd name="csY155" fmla="*/ 1059873 h 1895302"/>
              <a:gd name="csX156" fmla="*/ 1055400 w 3956008"/>
              <a:gd name="csY156" fmla="*/ 1458883 h 1895302"/>
              <a:gd name="csX157" fmla="*/ 1209185 w 3956008"/>
              <a:gd name="csY157" fmla="*/ 1654233 h 1895302"/>
              <a:gd name="csX158" fmla="*/ 1338033 w 3956008"/>
              <a:gd name="csY158" fmla="*/ 1766454 h 1895302"/>
              <a:gd name="csX159" fmla="*/ 1541695 w 3956008"/>
              <a:gd name="csY159" fmla="*/ 1778923 h 1895302"/>
              <a:gd name="csX160" fmla="*/ 1782764 w 3956008"/>
              <a:gd name="csY160" fmla="*/ 1720734 h 1895302"/>
              <a:gd name="csX161" fmla="*/ 1986425 w 3956008"/>
              <a:gd name="csY161" fmla="*/ 1421476 h 1895302"/>
              <a:gd name="csX162" fmla="*/ 2082022 w 3956008"/>
              <a:gd name="csY162" fmla="*/ 1072342 h 1895302"/>
              <a:gd name="csX163" fmla="*/ 2115273 w 3956008"/>
              <a:gd name="csY163" fmla="*/ 872836 h 1895302"/>
              <a:gd name="csX164" fmla="*/ 2289840 w 3956008"/>
              <a:gd name="csY164" fmla="*/ 590203 h 1895302"/>
              <a:gd name="csX165" fmla="*/ 2427000 w 3956008"/>
              <a:gd name="csY165" fmla="*/ 519545 h 1895302"/>
              <a:gd name="csX166" fmla="*/ 2788604 w 3956008"/>
              <a:gd name="csY166" fmla="*/ 407323 h 1895302"/>
              <a:gd name="csX167" fmla="*/ 2855105 w 3956008"/>
              <a:gd name="csY167" fmla="*/ 465513 h 1895302"/>
              <a:gd name="csX168" fmla="*/ 2983953 w 3956008"/>
              <a:gd name="csY168" fmla="*/ 872836 h 1895302"/>
              <a:gd name="csX169" fmla="*/ 2909138 w 3956008"/>
              <a:gd name="csY169" fmla="*/ 1180407 h 1895302"/>
              <a:gd name="csX170" fmla="*/ 2821855 w 3956008"/>
              <a:gd name="csY170" fmla="*/ 1317567 h 1895302"/>
              <a:gd name="csX171" fmla="*/ 2717945 w 3956008"/>
              <a:gd name="csY171" fmla="*/ 1450571 h 1895302"/>
              <a:gd name="csX172" fmla="*/ 2643131 w 3956008"/>
              <a:gd name="csY172" fmla="*/ 1517073 h 1895302"/>
              <a:gd name="csX173" fmla="*/ 2580785 w 3956008"/>
              <a:gd name="csY173" fmla="*/ 1566949 h 1895302"/>
              <a:gd name="csX174" fmla="*/ 2530909 w 3956008"/>
              <a:gd name="csY174" fmla="*/ 1629294 h 1895302"/>
              <a:gd name="csX175" fmla="*/ 2518440 w 3956008"/>
              <a:gd name="csY175" fmla="*/ 1666702 h 1895302"/>
              <a:gd name="csX176" fmla="*/ 2522596 w 3956008"/>
              <a:gd name="csY176" fmla="*/ 1733203 h 1895302"/>
              <a:gd name="csX177" fmla="*/ 2680538 w 3956008"/>
              <a:gd name="csY177" fmla="*/ 1841269 h 1895302"/>
              <a:gd name="csX178" fmla="*/ 2834324 w 3956008"/>
              <a:gd name="csY178" fmla="*/ 1874520 h 1895302"/>
              <a:gd name="csX179" fmla="*/ 2942389 w 3956008"/>
              <a:gd name="csY179" fmla="*/ 1895302 h 1895302"/>
              <a:gd name="csX180" fmla="*/ 3037985 w 3956008"/>
              <a:gd name="csY180" fmla="*/ 1891145 h 1895302"/>
              <a:gd name="csX181" fmla="*/ 3158520 w 3956008"/>
              <a:gd name="csY181" fmla="*/ 1853738 h 1895302"/>
              <a:gd name="csX182" fmla="*/ 3403745 w 3956008"/>
              <a:gd name="csY182" fmla="*/ 1724891 h 1895302"/>
              <a:gd name="csX183" fmla="*/ 3474404 w 3956008"/>
              <a:gd name="csY183" fmla="*/ 1650076 h 1895302"/>
              <a:gd name="csX184" fmla="*/ 3499342 w 3956008"/>
              <a:gd name="csY184" fmla="*/ 1371600 h 1895302"/>
              <a:gd name="csX185" fmla="*/ 3366338 w 3956008"/>
              <a:gd name="csY185" fmla="*/ 1101436 h 1895302"/>
              <a:gd name="csX186" fmla="*/ 3220865 w 3956008"/>
              <a:gd name="csY186" fmla="*/ 931025 h 1895302"/>
              <a:gd name="csX187" fmla="*/ 3129425 w 3956008"/>
              <a:gd name="csY187" fmla="*/ 864523 h 1895302"/>
              <a:gd name="csX188" fmla="*/ 2904982 w 3956008"/>
              <a:gd name="csY188" fmla="*/ 781396 h 1895302"/>
              <a:gd name="csX189" fmla="*/ 2834324 w 3956008"/>
              <a:gd name="csY189" fmla="*/ 739833 h 1895302"/>
              <a:gd name="csX190" fmla="*/ 2697164 w 3956008"/>
              <a:gd name="csY190" fmla="*/ 569422 h 1895302"/>
              <a:gd name="csX191" fmla="*/ 2651444 w 3956008"/>
              <a:gd name="csY191" fmla="*/ 465513 h 1895302"/>
              <a:gd name="csX192" fmla="*/ 2643131 w 3956008"/>
              <a:gd name="csY192" fmla="*/ 365760 h 1895302"/>
              <a:gd name="csX193" fmla="*/ 2826011 w 3956008"/>
              <a:gd name="csY193" fmla="*/ 266007 h 1895302"/>
              <a:gd name="csX194" fmla="*/ 3004735 w 3956008"/>
              <a:gd name="csY194" fmla="*/ 207818 h 1895302"/>
              <a:gd name="csX195" fmla="*/ 3258273 w 3956008"/>
              <a:gd name="csY195" fmla="*/ 178723 h 1895302"/>
              <a:gd name="csX196" fmla="*/ 3333087 w 3956008"/>
              <a:gd name="csY196" fmla="*/ 232756 h 1895302"/>
              <a:gd name="csX197" fmla="*/ 3532593 w 3956008"/>
              <a:gd name="csY197" fmla="*/ 448887 h 1895302"/>
              <a:gd name="csX198" fmla="*/ 3657284 w 3956008"/>
              <a:gd name="csY198" fmla="*/ 511233 h 1895302"/>
              <a:gd name="csX199" fmla="*/ 3790287 w 3956008"/>
              <a:gd name="csY199" fmla="*/ 494607 h 1895302"/>
              <a:gd name="csX200" fmla="*/ 3935760 w 3956008"/>
              <a:gd name="csY200" fmla="*/ 369916 h 1895302"/>
              <a:gd name="csX201" fmla="*/ 3927447 w 3956008"/>
              <a:gd name="csY201" fmla="*/ 203662 h 1895302"/>
              <a:gd name="csX202" fmla="*/ 3906665 w 3956008"/>
              <a:gd name="csY202" fmla="*/ 191193 h 1895302"/>
              <a:gd name="csX203" fmla="*/ 3865102 w 3956008"/>
              <a:gd name="csY203" fmla="*/ 187036 h 1895302"/>
              <a:gd name="csX204" fmla="*/ 3669753 w 3956008"/>
              <a:gd name="csY204" fmla="*/ 195349 h 1895302"/>
              <a:gd name="csX205" fmla="*/ 3503498 w 3956008"/>
              <a:gd name="csY205" fmla="*/ 286789 h 1895302"/>
              <a:gd name="csX206" fmla="*/ 3349713 w 3956008"/>
              <a:gd name="csY206" fmla="*/ 444731 h 1895302"/>
              <a:gd name="csX207" fmla="*/ 3191771 w 3956008"/>
              <a:gd name="csY207" fmla="*/ 610985 h 1895302"/>
              <a:gd name="csX208" fmla="*/ 3108644 w 3956008"/>
              <a:gd name="csY208" fmla="*/ 627611 h 1895302"/>
              <a:gd name="csX209" fmla="*/ 2959015 w 3956008"/>
              <a:gd name="csY209" fmla="*/ 590203 h 1895302"/>
              <a:gd name="csX210" fmla="*/ 2784447 w 3956008"/>
              <a:gd name="csY210" fmla="*/ 357447 h 1895302"/>
              <a:gd name="csX211" fmla="*/ 2747040 w 3956008"/>
              <a:gd name="csY211" fmla="*/ 187036 h 1895302"/>
              <a:gd name="csX212" fmla="*/ 2734571 w 3956008"/>
              <a:gd name="csY212" fmla="*/ 149629 h 1895302"/>
              <a:gd name="csX213" fmla="*/ 2680538 w 3956008"/>
              <a:gd name="csY213" fmla="*/ 137160 h 1895302"/>
              <a:gd name="csX214" fmla="*/ 2572473 w 3956008"/>
              <a:gd name="csY214" fmla="*/ 141316 h 1895302"/>
              <a:gd name="csX215" fmla="*/ 2406218 w 3956008"/>
              <a:gd name="csY215" fmla="*/ 207818 h 1895302"/>
              <a:gd name="csX216" fmla="*/ 2368811 w 3956008"/>
              <a:gd name="csY216" fmla="*/ 249382 h 1895302"/>
              <a:gd name="csX217" fmla="*/ 2327247 w 3956008"/>
              <a:gd name="csY217" fmla="*/ 457200 h 1895302"/>
              <a:gd name="csX218" fmla="*/ 2298153 w 3956008"/>
              <a:gd name="csY218" fmla="*/ 569422 h 1895302"/>
              <a:gd name="csX219" fmla="*/ 2119429 w 3956008"/>
              <a:gd name="csY219" fmla="*/ 739833 h 1895302"/>
              <a:gd name="csX220" fmla="*/ 2052927 w 3956008"/>
              <a:gd name="csY220" fmla="*/ 743989 h 1895302"/>
              <a:gd name="csX221" fmla="*/ 1990582 w 3956008"/>
              <a:gd name="csY221" fmla="*/ 719051 h 1895302"/>
              <a:gd name="csX222" fmla="*/ 1944862 w 3956008"/>
              <a:gd name="csY222" fmla="*/ 627611 h 1895302"/>
              <a:gd name="csX223" fmla="*/ 2019676 w 3956008"/>
              <a:gd name="csY223" fmla="*/ 340822 h 1895302"/>
              <a:gd name="csX224" fmla="*/ 2069553 w 3956008"/>
              <a:gd name="csY224" fmla="*/ 307571 h 1895302"/>
              <a:gd name="csX225" fmla="*/ 2252433 w 3956008"/>
              <a:gd name="csY225" fmla="*/ 286789 h 1895302"/>
              <a:gd name="csX226" fmla="*/ 2368811 w 3956008"/>
              <a:gd name="csY226" fmla="*/ 191193 h 1895302"/>
              <a:gd name="csX227" fmla="*/ 2377124 w 3956008"/>
              <a:gd name="csY227" fmla="*/ 137160 h 1895302"/>
              <a:gd name="csX228" fmla="*/ 2356342 w 3956008"/>
              <a:gd name="csY228" fmla="*/ 116378 h 1895302"/>
              <a:gd name="csX229" fmla="*/ 2052927 w 3956008"/>
              <a:gd name="csY229" fmla="*/ 95596 h 1895302"/>
              <a:gd name="csX230" fmla="*/ 1870047 w 3956008"/>
              <a:gd name="csY230" fmla="*/ 191193 h 1895302"/>
              <a:gd name="csX231" fmla="*/ 1770295 w 3956008"/>
              <a:gd name="csY231" fmla="*/ 261851 h 1895302"/>
              <a:gd name="csX232" fmla="*/ 1649760 w 3956008"/>
              <a:gd name="csY232" fmla="*/ 428105 h 1895302"/>
              <a:gd name="csX233" fmla="*/ 1566633 w 3956008"/>
              <a:gd name="csY233" fmla="*/ 561109 h 1895302"/>
              <a:gd name="csX234" fmla="*/ 1358815 w 3956008"/>
              <a:gd name="csY234" fmla="*/ 665018 h 1895302"/>
              <a:gd name="csX235" fmla="*/ 1213342 w 3956008"/>
              <a:gd name="csY235" fmla="*/ 681643 h 1895302"/>
              <a:gd name="csX236" fmla="*/ 839269 w 3956008"/>
              <a:gd name="csY236" fmla="*/ 540327 h 1895302"/>
              <a:gd name="csX237" fmla="*/ 714578 w 3956008"/>
              <a:gd name="csY237" fmla="*/ 365760 h 1895302"/>
              <a:gd name="csX238" fmla="*/ 531698 w 3956008"/>
              <a:gd name="csY238" fmla="*/ 108065 h 1895302"/>
              <a:gd name="csX239" fmla="*/ 477665 w 3956008"/>
              <a:gd name="csY239" fmla="*/ 87283 h 1895302"/>
              <a:gd name="csX240" fmla="*/ 120218 w 3956008"/>
              <a:gd name="csY240" fmla="*/ 220287 h 1895302"/>
              <a:gd name="csX241" fmla="*/ 20465 w 3956008"/>
              <a:gd name="csY241" fmla="*/ 336665 h 1895302"/>
              <a:gd name="csX242" fmla="*/ 3840 w 3956008"/>
              <a:gd name="csY242" fmla="*/ 519545 h 1895302"/>
              <a:gd name="csX243" fmla="*/ 86967 w 3956008"/>
              <a:gd name="csY243" fmla="*/ 640080 h 1895302"/>
              <a:gd name="csX244" fmla="*/ 332193 w 3956008"/>
              <a:gd name="csY244" fmla="*/ 822960 h 1895302"/>
              <a:gd name="csX245" fmla="*/ 431945 w 3956008"/>
              <a:gd name="csY245" fmla="*/ 922713 h 1895302"/>
              <a:gd name="csX246" fmla="*/ 469353 w 3956008"/>
              <a:gd name="csY246" fmla="*/ 1101436 h 1895302"/>
              <a:gd name="csX247" fmla="*/ 436102 w 3956008"/>
              <a:gd name="csY247" fmla="*/ 1192876 h 1895302"/>
              <a:gd name="csX248" fmla="*/ 357131 w 3956008"/>
              <a:gd name="csY248" fmla="*/ 1234440 h 1895302"/>
              <a:gd name="csX249" fmla="*/ 261535 w 3956008"/>
              <a:gd name="csY249" fmla="*/ 1126374 h 1895302"/>
              <a:gd name="csX250" fmla="*/ 228284 w 3956008"/>
              <a:gd name="csY250" fmla="*/ 793865 h 1895302"/>
              <a:gd name="csX251" fmla="*/ 278160 w 3956008"/>
              <a:gd name="csY251" fmla="*/ 694113 h 1895302"/>
              <a:gd name="csX252" fmla="*/ 444415 w 3956008"/>
              <a:gd name="csY252" fmla="*/ 569422 h 1895302"/>
              <a:gd name="csX253" fmla="*/ 519229 w 3956008"/>
              <a:gd name="csY253" fmla="*/ 548640 h 1895302"/>
              <a:gd name="csX254" fmla="*/ 743673 w 3956008"/>
              <a:gd name="csY254" fmla="*/ 490451 h 1895302"/>
              <a:gd name="csX255" fmla="*/ 851738 w 3956008"/>
              <a:gd name="csY255" fmla="*/ 386542 h 1895302"/>
              <a:gd name="csX256" fmla="*/ 864207 w 3956008"/>
              <a:gd name="csY256" fmla="*/ 112222 h 1895302"/>
              <a:gd name="csX257" fmla="*/ 776924 w 3956008"/>
              <a:gd name="csY257" fmla="*/ 58189 h 1895302"/>
              <a:gd name="csX258" fmla="*/ 677171 w 3956008"/>
              <a:gd name="csY258" fmla="*/ 45720 h 1895302"/>
              <a:gd name="csX259" fmla="*/ 465196 w 3956008"/>
              <a:gd name="csY259" fmla="*/ 133003 h 1895302"/>
              <a:gd name="csX260" fmla="*/ 473509 w 3956008"/>
              <a:gd name="csY260" fmla="*/ 552796 h 1895302"/>
              <a:gd name="csX261" fmla="*/ 552480 w 3956008"/>
              <a:gd name="csY261" fmla="*/ 743989 h 1895302"/>
              <a:gd name="csX262" fmla="*/ 884989 w 3956008"/>
              <a:gd name="csY262" fmla="*/ 1068185 h 1895302"/>
              <a:gd name="csX263" fmla="*/ 984742 w 3956008"/>
              <a:gd name="csY263" fmla="*/ 1163782 h 1895302"/>
              <a:gd name="csX264" fmla="*/ 1051244 w 3956008"/>
              <a:gd name="csY264" fmla="*/ 1350818 h 1895302"/>
              <a:gd name="csX265" fmla="*/ 1034618 w 3956008"/>
              <a:gd name="csY265" fmla="*/ 1404851 h 1895302"/>
              <a:gd name="csX266" fmla="*/ 980585 w 3956008"/>
              <a:gd name="csY266" fmla="*/ 1450571 h 1895302"/>
              <a:gd name="csX267" fmla="*/ 847582 w 3956008"/>
              <a:gd name="csY267" fmla="*/ 1529542 h 1895302"/>
              <a:gd name="csX268" fmla="*/ 810175 w 3956008"/>
              <a:gd name="csY268" fmla="*/ 1330036 h 1895302"/>
              <a:gd name="csX269" fmla="*/ 880833 w 3956008"/>
              <a:gd name="csY269" fmla="*/ 972589 h 1895302"/>
              <a:gd name="csX270" fmla="*/ 988898 w 3956008"/>
              <a:gd name="csY270" fmla="*/ 827116 h 1895302"/>
              <a:gd name="csX271" fmla="*/ 1080338 w 3956008"/>
              <a:gd name="csY271" fmla="*/ 748145 h 1895302"/>
              <a:gd name="csX272" fmla="*/ 1446098 w 3956008"/>
              <a:gd name="csY272" fmla="*/ 640080 h 1895302"/>
              <a:gd name="csX273" fmla="*/ 1599884 w 3956008"/>
              <a:gd name="csY273" fmla="*/ 615142 h 1895302"/>
              <a:gd name="csX274" fmla="*/ 1712105 w 3956008"/>
              <a:gd name="csY274" fmla="*/ 527858 h 1895302"/>
              <a:gd name="csX275" fmla="*/ 1749513 w 3956008"/>
              <a:gd name="csY275" fmla="*/ 386542 h 1895302"/>
              <a:gd name="csX276" fmla="*/ 1674698 w 3956008"/>
              <a:gd name="csY276" fmla="*/ 153785 h 1895302"/>
              <a:gd name="csX277" fmla="*/ 1649760 w 3956008"/>
              <a:gd name="csY277" fmla="*/ 133003 h 1895302"/>
              <a:gd name="csX278" fmla="*/ 1566633 w 3956008"/>
              <a:gd name="csY278" fmla="*/ 137160 h 1895302"/>
              <a:gd name="csX279" fmla="*/ 1429473 w 3956008"/>
              <a:gd name="csY279" fmla="*/ 182880 h 1895302"/>
              <a:gd name="csX280" fmla="*/ 1325564 w 3956008"/>
              <a:gd name="csY280" fmla="*/ 207818 h 1895302"/>
              <a:gd name="csX281" fmla="*/ 1229967 w 3956008"/>
              <a:gd name="csY281" fmla="*/ 266007 h 1895302"/>
              <a:gd name="csX282" fmla="*/ 1134371 w 3956008"/>
              <a:gd name="csY282" fmla="*/ 594360 h 1895302"/>
              <a:gd name="csX283" fmla="*/ 1171778 w 3956008"/>
              <a:gd name="csY283" fmla="*/ 789709 h 1895302"/>
              <a:gd name="csX284" fmla="*/ 1454411 w 3956008"/>
              <a:gd name="csY284" fmla="*/ 1113905 h 1895302"/>
              <a:gd name="csX285" fmla="*/ 1774451 w 3956008"/>
              <a:gd name="csY285" fmla="*/ 1300942 h 1895302"/>
              <a:gd name="csX286" fmla="*/ 1969800 w 3956008"/>
              <a:gd name="csY286" fmla="*/ 1371600 h 1895302"/>
              <a:gd name="csX287" fmla="*/ 2526753 w 3956008"/>
              <a:gd name="csY287" fmla="*/ 1546167 h 1895302"/>
              <a:gd name="csX288" fmla="*/ 2497658 w 3956008"/>
              <a:gd name="csY288" fmla="*/ 1620982 h 1895302"/>
              <a:gd name="csX289" fmla="*/ 2451938 w 3956008"/>
              <a:gd name="csY289" fmla="*/ 1658389 h 1895302"/>
              <a:gd name="csX290" fmla="*/ 2385436 w 3956008"/>
              <a:gd name="csY290" fmla="*/ 1695796 h 1895302"/>
              <a:gd name="csX291" fmla="*/ 2098647 w 3956008"/>
              <a:gd name="csY291" fmla="*/ 1724891 h 1895302"/>
              <a:gd name="csX292" fmla="*/ 1899142 w 3956008"/>
              <a:gd name="csY292" fmla="*/ 1695796 h 1895302"/>
              <a:gd name="csX293" fmla="*/ 1707949 w 3956008"/>
              <a:gd name="csY293" fmla="*/ 1550323 h 1895302"/>
              <a:gd name="csX294" fmla="*/ 1520913 w 3956008"/>
              <a:gd name="csY294" fmla="*/ 1479665 h 1895302"/>
              <a:gd name="csX295" fmla="*/ 1284000 w 3956008"/>
              <a:gd name="csY295" fmla="*/ 1496291 h 1895302"/>
              <a:gd name="csX296" fmla="*/ 1213342 w 3956008"/>
              <a:gd name="csY296" fmla="*/ 1525385 h 1895302"/>
              <a:gd name="csX297" fmla="*/ 1051244 w 3956008"/>
              <a:gd name="csY297" fmla="*/ 1633451 h 1895302"/>
              <a:gd name="csX298" fmla="*/ 980585 w 3956008"/>
              <a:gd name="csY298" fmla="*/ 1679171 h 1895302"/>
              <a:gd name="csX299" fmla="*/ 914084 w 3956008"/>
              <a:gd name="csY299" fmla="*/ 1724891 h 1895302"/>
              <a:gd name="csX300" fmla="*/ 860051 w 3956008"/>
              <a:gd name="csY300" fmla="*/ 1758142 h 1895302"/>
              <a:gd name="csX301" fmla="*/ 751985 w 3956008"/>
              <a:gd name="csY301" fmla="*/ 1774767 h 1895302"/>
              <a:gd name="csX302" fmla="*/ 515073 w 3956008"/>
              <a:gd name="csY302" fmla="*/ 1762298 h 1895302"/>
              <a:gd name="csX303" fmla="*/ 423633 w 3956008"/>
              <a:gd name="csY303" fmla="*/ 1749829 h 1895302"/>
              <a:gd name="csX304" fmla="*/ 340505 w 3956008"/>
              <a:gd name="csY304" fmla="*/ 1695796 h 1895302"/>
              <a:gd name="csX305" fmla="*/ 352975 w 3956008"/>
              <a:gd name="csY305" fmla="*/ 1446414 h 1895302"/>
              <a:gd name="csX306" fmla="*/ 427789 w 3956008"/>
              <a:gd name="csY306" fmla="*/ 1433945 h 1895302"/>
              <a:gd name="csX307" fmla="*/ 818487 w 3956008"/>
              <a:gd name="csY307" fmla="*/ 1517073 h 1895302"/>
              <a:gd name="csX308" fmla="*/ 1263218 w 3956008"/>
              <a:gd name="csY308" fmla="*/ 1591887 h 1895302"/>
              <a:gd name="csX309" fmla="*/ 2323091 w 3956008"/>
              <a:gd name="csY309" fmla="*/ 1546167 h 1895302"/>
              <a:gd name="csX310" fmla="*/ 2697164 w 3956008"/>
              <a:gd name="csY310" fmla="*/ 1458883 h 1895302"/>
              <a:gd name="csX311" fmla="*/ 2917451 w 3956008"/>
              <a:gd name="csY311" fmla="*/ 1251065 h 1895302"/>
              <a:gd name="csX312" fmla="*/ 2996422 w 3956008"/>
              <a:gd name="csY312" fmla="*/ 968433 h 1895302"/>
              <a:gd name="csX313" fmla="*/ 3025516 w 3956008"/>
              <a:gd name="csY313" fmla="*/ 935182 h 1895302"/>
              <a:gd name="csX314" fmla="*/ 3216709 w 3956008"/>
              <a:gd name="csY314" fmla="*/ 968433 h 1895302"/>
              <a:gd name="csX315" fmla="*/ 3320618 w 3956008"/>
              <a:gd name="csY315" fmla="*/ 1022465 h 1895302"/>
              <a:gd name="csX316" fmla="*/ 3445309 w 3956008"/>
              <a:gd name="csY316" fmla="*/ 1105593 h 1895302"/>
              <a:gd name="csX317" fmla="*/ 3594938 w 3956008"/>
              <a:gd name="csY317" fmla="*/ 1317567 h 1895302"/>
              <a:gd name="csX318" fmla="*/ 3628189 w 3956008"/>
              <a:gd name="csY318" fmla="*/ 1433945 h 1895302"/>
              <a:gd name="csX319" fmla="*/ 3636502 w 3956008"/>
              <a:gd name="csY319" fmla="*/ 1483822 h 1895302"/>
              <a:gd name="csX320" fmla="*/ 3619876 w 3956008"/>
              <a:gd name="csY320" fmla="*/ 1633451 h 1895302"/>
              <a:gd name="csX321" fmla="*/ 3594938 w 3956008"/>
              <a:gd name="csY321" fmla="*/ 1683327 h 1895302"/>
              <a:gd name="csX322" fmla="*/ 3495185 w 3956008"/>
              <a:gd name="csY322" fmla="*/ 1737360 h 1895302"/>
              <a:gd name="csX323" fmla="*/ 3399589 w 3956008"/>
              <a:gd name="csY323" fmla="*/ 1758142 h 18953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</a:cxnLst>
            <a:rect l="l" t="t" r="r" b="b"/>
            <a:pathLst>
              <a:path w="3956008" h="1895302">
                <a:moveTo>
                  <a:pt x="236596" y="453043"/>
                </a:moveTo>
                <a:cubicBezTo>
                  <a:pt x="257378" y="429490"/>
                  <a:pt x="269322" y="392839"/>
                  <a:pt x="298942" y="382385"/>
                </a:cubicBezTo>
                <a:cubicBezTo>
                  <a:pt x="433830" y="334778"/>
                  <a:pt x="344706" y="359479"/>
                  <a:pt x="573262" y="340822"/>
                </a:cubicBezTo>
                <a:cubicBezTo>
                  <a:pt x="603742" y="343593"/>
                  <a:pt x="636153" y="338104"/>
                  <a:pt x="664702" y="349134"/>
                </a:cubicBezTo>
                <a:cubicBezTo>
                  <a:pt x="699114" y="362429"/>
                  <a:pt x="727531" y="388192"/>
                  <a:pt x="756142" y="411480"/>
                </a:cubicBezTo>
                <a:cubicBezTo>
                  <a:pt x="804583" y="450909"/>
                  <a:pt x="863528" y="510029"/>
                  <a:pt x="897458" y="565265"/>
                </a:cubicBezTo>
                <a:cubicBezTo>
                  <a:pt x="921370" y="604191"/>
                  <a:pt x="1037656" y="830148"/>
                  <a:pt x="1096964" y="893618"/>
                </a:cubicBezTo>
                <a:cubicBezTo>
                  <a:pt x="1233160" y="1039371"/>
                  <a:pt x="1197213" y="1022223"/>
                  <a:pt x="1304782" y="1051560"/>
                </a:cubicBezTo>
                <a:cubicBezTo>
                  <a:pt x="1392045" y="1038471"/>
                  <a:pt x="1480800" y="1055506"/>
                  <a:pt x="1533382" y="972589"/>
                </a:cubicBezTo>
                <a:cubicBezTo>
                  <a:pt x="1555703" y="937391"/>
                  <a:pt x="1563862" y="895004"/>
                  <a:pt x="1579102" y="856211"/>
                </a:cubicBezTo>
                <a:cubicBezTo>
                  <a:pt x="1574946" y="784167"/>
                  <a:pt x="1583663" y="710205"/>
                  <a:pt x="1566633" y="640080"/>
                </a:cubicBezTo>
                <a:cubicBezTo>
                  <a:pt x="1554995" y="592160"/>
                  <a:pt x="1485935" y="542941"/>
                  <a:pt x="1441942" y="527858"/>
                </a:cubicBezTo>
                <a:cubicBezTo>
                  <a:pt x="1416733" y="519215"/>
                  <a:pt x="1389295" y="519545"/>
                  <a:pt x="1362971" y="515389"/>
                </a:cubicBezTo>
                <a:cubicBezTo>
                  <a:pt x="1281229" y="532014"/>
                  <a:pt x="1194212" y="531933"/>
                  <a:pt x="1117745" y="565265"/>
                </a:cubicBezTo>
                <a:cubicBezTo>
                  <a:pt x="1080827" y="581358"/>
                  <a:pt x="1038775" y="656705"/>
                  <a:pt x="1038775" y="656705"/>
                </a:cubicBezTo>
                <a:cubicBezTo>
                  <a:pt x="1034618" y="678872"/>
                  <a:pt x="1032189" y="701435"/>
                  <a:pt x="1026305" y="723207"/>
                </a:cubicBezTo>
                <a:cubicBezTo>
                  <a:pt x="1018303" y="752813"/>
                  <a:pt x="1004107" y="780608"/>
                  <a:pt x="997211" y="810491"/>
                </a:cubicBezTo>
                <a:cubicBezTo>
                  <a:pt x="987429" y="852881"/>
                  <a:pt x="985321" y="896752"/>
                  <a:pt x="976429" y="939338"/>
                </a:cubicBezTo>
                <a:cubicBezTo>
                  <a:pt x="943014" y="1099379"/>
                  <a:pt x="941497" y="1162917"/>
                  <a:pt x="872520" y="1284316"/>
                </a:cubicBezTo>
                <a:cubicBezTo>
                  <a:pt x="847979" y="1327508"/>
                  <a:pt x="792076" y="1413310"/>
                  <a:pt x="743673" y="1438102"/>
                </a:cubicBezTo>
                <a:cubicBezTo>
                  <a:pt x="713443" y="1453586"/>
                  <a:pt x="677171" y="1451956"/>
                  <a:pt x="643920" y="1458883"/>
                </a:cubicBezTo>
                <a:cubicBezTo>
                  <a:pt x="575899" y="1444307"/>
                  <a:pt x="399646" y="1464089"/>
                  <a:pt x="373756" y="1350818"/>
                </a:cubicBezTo>
                <a:cubicBezTo>
                  <a:pt x="367266" y="1322423"/>
                  <a:pt x="371912" y="1292037"/>
                  <a:pt x="377913" y="1263534"/>
                </a:cubicBezTo>
                <a:cubicBezTo>
                  <a:pt x="383160" y="1238609"/>
                  <a:pt x="397309" y="1216429"/>
                  <a:pt x="407007" y="1192876"/>
                </a:cubicBezTo>
                <a:cubicBezTo>
                  <a:pt x="440258" y="1202574"/>
                  <a:pt x="477205" y="1203910"/>
                  <a:pt x="506760" y="1221971"/>
                </a:cubicBezTo>
                <a:cubicBezTo>
                  <a:pt x="712392" y="1347635"/>
                  <a:pt x="667307" y="1356728"/>
                  <a:pt x="822644" y="1483822"/>
                </a:cubicBezTo>
                <a:cubicBezTo>
                  <a:pt x="858045" y="1512787"/>
                  <a:pt x="896568" y="1537782"/>
                  <a:pt x="934865" y="1562793"/>
                </a:cubicBezTo>
                <a:cubicBezTo>
                  <a:pt x="994012" y="1601420"/>
                  <a:pt x="1093316" y="1654878"/>
                  <a:pt x="1155153" y="1679171"/>
                </a:cubicBezTo>
                <a:cubicBezTo>
                  <a:pt x="1188631" y="1692323"/>
                  <a:pt x="1224167" y="1699541"/>
                  <a:pt x="1259062" y="1708265"/>
                </a:cubicBezTo>
                <a:cubicBezTo>
                  <a:pt x="1409851" y="1745962"/>
                  <a:pt x="1417369" y="1743655"/>
                  <a:pt x="1579102" y="1770611"/>
                </a:cubicBezTo>
                <a:cubicBezTo>
                  <a:pt x="1783764" y="1748838"/>
                  <a:pt x="1765095" y="1764041"/>
                  <a:pt x="1957331" y="1691640"/>
                </a:cubicBezTo>
                <a:cubicBezTo>
                  <a:pt x="2004330" y="1673939"/>
                  <a:pt x="2053624" y="1658485"/>
                  <a:pt x="2094491" y="1629294"/>
                </a:cubicBezTo>
                <a:cubicBezTo>
                  <a:pt x="2252411" y="1516494"/>
                  <a:pt x="2276986" y="1463564"/>
                  <a:pt x="2381280" y="1321723"/>
                </a:cubicBezTo>
                <a:cubicBezTo>
                  <a:pt x="2412357" y="1108071"/>
                  <a:pt x="2443916" y="1063825"/>
                  <a:pt x="2368811" y="847898"/>
                </a:cubicBezTo>
                <a:cubicBezTo>
                  <a:pt x="2352547" y="801138"/>
                  <a:pt x="2262240" y="795827"/>
                  <a:pt x="2231651" y="789709"/>
                </a:cubicBezTo>
                <a:cubicBezTo>
                  <a:pt x="2179582" y="801611"/>
                  <a:pt x="2033127" y="829559"/>
                  <a:pt x="1978113" y="860367"/>
                </a:cubicBezTo>
                <a:cubicBezTo>
                  <a:pt x="1941110" y="881088"/>
                  <a:pt x="1912288" y="913892"/>
                  <a:pt x="1878360" y="939338"/>
                </a:cubicBezTo>
                <a:cubicBezTo>
                  <a:pt x="1791731" y="1004310"/>
                  <a:pt x="1804076" y="972871"/>
                  <a:pt x="1728731" y="1084811"/>
                </a:cubicBezTo>
                <a:cubicBezTo>
                  <a:pt x="1647190" y="1205957"/>
                  <a:pt x="1628960" y="1347272"/>
                  <a:pt x="1508444" y="1450571"/>
                </a:cubicBezTo>
                <a:cubicBezTo>
                  <a:pt x="1489048" y="1467196"/>
                  <a:pt x="1473386" y="1489604"/>
                  <a:pt x="1450255" y="1500447"/>
                </a:cubicBezTo>
                <a:cubicBezTo>
                  <a:pt x="1427363" y="1511178"/>
                  <a:pt x="1400378" y="1508760"/>
                  <a:pt x="1375440" y="1512916"/>
                </a:cubicBezTo>
                <a:cubicBezTo>
                  <a:pt x="1342189" y="1496291"/>
                  <a:pt x="1300781" y="1490468"/>
                  <a:pt x="1275687" y="1463040"/>
                </a:cubicBezTo>
                <a:cubicBezTo>
                  <a:pt x="1185188" y="1364123"/>
                  <a:pt x="1190685" y="1278368"/>
                  <a:pt x="1171778" y="1155469"/>
                </a:cubicBezTo>
                <a:cubicBezTo>
                  <a:pt x="1182862" y="1104207"/>
                  <a:pt x="1180348" y="1047959"/>
                  <a:pt x="1205029" y="1001683"/>
                </a:cubicBezTo>
                <a:cubicBezTo>
                  <a:pt x="1283616" y="854333"/>
                  <a:pt x="1326540" y="845816"/>
                  <a:pt x="1454411" y="789709"/>
                </a:cubicBezTo>
                <a:cubicBezTo>
                  <a:pt x="1551032" y="747314"/>
                  <a:pt x="1642416" y="688179"/>
                  <a:pt x="1745356" y="665018"/>
                </a:cubicBezTo>
                <a:cubicBezTo>
                  <a:pt x="1961201" y="616453"/>
                  <a:pt x="1857421" y="644642"/>
                  <a:pt x="2057084" y="581891"/>
                </a:cubicBezTo>
                <a:cubicBezTo>
                  <a:pt x="2097262" y="555567"/>
                  <a:pt x="2147437" y="540287"/>
                  <a:pt x="2177618" y="502920"/>
                </a:cubicBezTo>
                <a:cubicBezTo>
                  <a:pt x="2260135" y="400756"/>
                  <a:pt x="2239299" y="246383"/>
                  <a:pt x="2194244" y="137160"/>
                </a:cubicBezTo>
                <a:cubicBezTo>
                  <a:pt x="2175935" y="92774"/>
                  <a:pt x="2133504" y="61238"/>
                  <a:pt x="2094491" y="33251"/>
                </a:cubicBezTo>
                <a:cubicBezTo>
                  <a:pt x="2068138" y="14346"/>
                  <a:pt x="2033531" y="11084"/>
                  <a:pt x="2003051" y="0"/>
                </a:cubicBezTo>
                <a:cubicBezTo>
                  <a:pt x="1954560" y="24938"/>
                  <a:pt x="1898108" y="38337"/>
                  <a:pt x="1857578" y="74814"/>
                </a:cubicBezTo>
                <a:cubicBezTo>
                  <a:pt x="1770691" y="153012"/>
                  <a:pt x="1787019" y="260257"/>
                  <a:pt x="1807702" y="361603"/>
                </a:cubicBezTo>
                <a:cubicBezTo>
                  <a:pt x="1823915" y="441047"/>
                  <a:pt x="1852273" y="517589"/>
                  <a:pt x="1878360" y="594360"/>
                </a:cubicBezTo>
                <a:cubicBezTo>
                  <a:pt x="1932838" y="754680"/>
                  <a:pt x="1988136" y="897236"/>
                  <a:pt x="2106960" y="1026622"/>
                </a:cubicBezTo>
                <a:cubicBezTo>
                  <a:pt x="2169754" y="1094998"/>
                  <a:pt x="2247422" y="1149637"/>
                  <a:pt x="2327247" y="1197033"/>
                </a:cubicBezTo>
                <a:cubicBezTo>
                  <a:pt x="2381904" y="1229485"/>
                  <a:pt x="2443850" y="1250062"/>
                  <a:pt x="2505971" y="1263534"/>
                </a:cubicBezTo>
                <a:cubicBezTo>
                  <a:pt x="2560198" y="1275294"/>
                  <a:pt x="2616807" y="1269076"/>
                  <a:pt x="2672225" y="1271847"/>
                </a:cubicBezTo>
                <a:cubicBezTo>
                  <a:pt x="2743282" y="1267213"/>
                  <a:pt x="2893663" y="1269987"/>
                  <a:pt x="2971484" y="1230283"/>
                </a:cubicBezTo>
                <a:cubicBezTo>
                  <a:pt x="3007527" y="1211894"/>
                  <a:pt x="3036718" y="1182217"/>
                  <a:pt x="3067080" y="1155469"/>
                </a:cubicBezTo>
                <a:cubicBezTo>
                  <a:pt x="3163497" y="1070531"/>
                  <a:pt x="3151190" y="1068114"/>
                  <a:pt x="3225022" y="947651"/>
                </a:cubicBezTo>
                <a:cubicBezTo>
                  <a:pt x="3227793" y="903316"/>
                  <a:pt x="3229793" y="858927"/>
                  <a:pt x="3233335" y="814647"/>
                </a:cubicBezTo>
                <a:cubicBezTo>
                  <a:pt x="3235336" y="789635"/>
                  <a:pt x="3249435" y="763685"/>
                  <a:pt x="3241647" y="739833"/>
                </a:cubicBezTo>
                <a:cubicBezTo>
                  <a:pt x="3226231" y="692622"/>
                  <a:pt x="3193736" y="652732"/>
                  <a:pt x="3166833" y="610985"/>
                </a:cubicBezTo>
                <a:cubicBezTo>
                  <a:pt x="3070533" y="461553"/>
                  <a:pt x="3159899" y="621594"/>
                  <a:pt x="3096175" y="515389"/>
                </a:cubicBezTo>
                <a:cubicBezTo>
                  <a:pt x="3091393" y="507420"/>
                  <a:pt x="3087862" y="498764"/>
                  <a:pt x="3083705" y="490451"/>
                </a:cubicBezTo>
                <a:cubicBezTo>
                  <a:pt x="3100331" y="461356"/>
                  <a:pt x="3109408" y="426374"/>
                  <a:pt x="3133582" y="403167"/>
                </a:cubicBezTo>
                <a:cubicBezTo>
                  <a:pt x="3146916" y="390366"/>
                  <a:pt x="3169133" y="390434"/>
                  <a:pt x="3187615" y="390698"/>
                </a:cubicBezTo>
                <a:cubicBezTo>
                  <a:pt x="3266772" y="391829"/>
                  <a:pt x="3345556" y="401781"/>
                  <a:pt x="3424527" y="407323"/>
                </a:cubicBezTo>
                <a:cubicBezTo>
                  <a:pt x="3445309" y="422563"/>
                  <a:pt x="3470951" y="432779"/>
                  <a:pt x="3486873" y="453043"/>
                </a:cubicBezTo>
                <a:cubicBezTo>
                  <a:pt x="3547887" y="530697"/>
                  <a:pt x="3653127" y="698269"/>
                  <a:pt x="3653127" y="698269"/>
                </a:cubicBezTo>
                <a:cubicBezTo>
                  <a:pt x="3661177" y="724431"/>
                  <a:pt x="3710740" y="859067"/>
                  <a:pt x="3694691" y="897774"/>
                </a:cubicBezTo>
                <a:cubicBezTo>
                  <a:pt x="3680432" y="932162"/>
                  <a:pt x="3648042" y="958275"/>
                  <a:pt x="3615720" y="976745"/>
                </a:cubicBezTo>
                <a:cubicBezTo>
                  <a:pt x="3587407" y="992924"/>
                  <a:pt x="3551989" y="990600"/>
                  <a:pt x="3520124" y="997527"/>
                </a:cubicBezTo>
                <a:cubicBezTo>
                  <a:pt x="3471633" y="990600"/>
                  <a:pt x="3421175" y="992071"/>
                  <a:pt x="3374651" y="976745"/>
                </a:cubicBezTo>
                <a:cubicBezTo>
                  <a:pt x="3302229" y="952888"/>
                  <a:pt x="3238149" y="908133"/>
                  <a:pt x="3166833" y="881149"/>
                </a:cubicBezTo>
                <a:lnTo>
                  <a:pt x="3013047" y="822960"/>
                </a:lnTo>
                <a:cubicBezTo>
                  <a:pt x="2961886" y="825561"/>
                  <a:pt x="2764951" y="812465"/>
                  <a:pt x="2684695" y="864523"/>
                </a:cubicBezTo>
                <a:cubicBezTo>
                  <a:pt x="2656750" y="882649"/>
                  <a:pt x="2637589" y="911629"/>
                  <a:pt x="2614036" y="935182"/>
                </a:cubicBezTo>
                <a:cubicBezTo>
                  <a:pt x="2601567" y="961506"/>
                  <a:pt x="2578633" y="985095"/>
                  <a:pt x="2576629" y="1014153"/>
                </a:cubicBezTo>
                <a:cubicBezTo>
                  <a:pt x="2572881" y="1068499"/>
                  <a:pt x="2581860" y="1124043"/>
                  <a:pt x="2597411" y="1176251"/>
                </a:cubicBezTo>
                <a:cubicBezTo>
                  <a:pt x="2620990" y="1255408"/>
                  <a:pt x="2653404" y="1332370"/>
                  <a:pt x="2693007" y="1404851"/>
                </a:cubicBezTo>
                <a:cubicBezTo>
                  <a:pt x="2756756" y="1521523"/>
                  <a:pt x="2843405" y="1645089"/>
                  <a:pt x="2988109" y="1670858"/>
                </a:cubicBezTo>
                <a:cubicBezTo>
                  <a:pt x="3131432" y="1696381"/>
                  <a:pt x="3279054" y="1681941"/>
                  <a:pt x="3424527" y="1687483"/>
                </a:cubicBezTo>
                <a:cubicBezTo>
                  <a:pt x="3421756" y="1719349"/>
                  <a:pt x="3440633" y="1762419"/>
                  <a:pt x="3416215" y="1783080"/>
                </a:cubicBezTo>
                <a:cubicBezTo>
                  <a:pt x="3360079" y="1830580"/>
                  <a:pt x="3167978" y="1829614"/>
                  <a:pt x="3104487" y="1832956"/>
                </a:cubicBezTo>
                <a:cubicBezTo>
                  <a:pt x="3012691" y="1825612"/>
                  <a:pt x="3006292" y="1845209"/>
                  <a:pt x="2950702" y="1783080"/>
                </a:cubicBezTo>
                <a:cubicBezTo>
                  <a:pt x="2941191" y="1772450"/>
                  <a:pt x="2936847" y="1758142"/>
                  <a:pt x="2929920" y="1745673"/>
                </a:cubicBezTo>
                <a:cubicBezTo>
                  <a:pt x="2954858" y="1677786"/>
                  <a:pt x="2951931" y="1591431"/>
                  <a:pt x="3004735" y="1542011"/>
                </a:cubicBezTo>
                <a:cubicBezTo>
                  <a:pt x="3117039" y="1436906"/>
                  <a:pt x="3253235" y="1442313"/>
                  <a:pt x="3387120" y="1433945"/>
                </a:cubicBezTo>
                <a:cubicBezTo>
                  <a:pt x="3500775" y="1405531"/>
                  <a:pt x="3594149" y="1406155"/>
                  <a:pt x="3673909" y="1313411"/>
                </a:cubicBezTo>
                <a:cubicBezTo>
                  <a:pt x="3707077" y="1274844"/>
                  <a:pt x="3723786" y="1224742"/>
                  <a:pt x="3748724" y="1180407"/>
                </a:cubicBezTo>
                <a:cubicBezTo>
                  <a:pt x="3759808" y="1136072"/>
                  <a:pt x="3778116" y="1092939"/>
                  <a:pt x="3781975" y="1047403"/>
                </a:cubicBezTo>
                <a:cubicBezTo>
                  <a:pt x="3785153" y="1009900"/>
                  <a:pt x="3776886" y="972088"/>
                  <a:pt x="3769505" y="935182"/>
                </a:cubicBezTo>
                <a:cubicBezTo>
                  <a:pt x="3754650" y="860908"/>
                  <a:pt x="3722054" y="762281"/>
                  <a:pt x="3673909" y="702425"/>
                </a:cubicBezTo>
                <a:cubicBezTo>
                  <a:pt x="3649226" y="671738"/>
                  <a:pt x="3618822" y="642758"/>
                  <a:pt x="3582469" y="627611"/>
                </a:cubicBezTo>
                <a:cubicBezTo>
                  <a:pt x="3533054" y="607021"/>
                  <a:pt x="3477174" y="608214"/>
                  <a:pt x="3424527" y="598516"/>
                </a:cubicBezTo>
                <a:cubicBezTo>
                  <a:pt x="3204240" y="609600"/>
                  <a:pt x="2982561" y="604676"/>
                  <a:pt x="2763665" y="631767"/>
                </a:cubicBezTo>
                <a:cubicBezTo>
                  <a:pt x="2688218" y="641105"/>
                  <a:pt x="2514392" y="739775"/>
                  <a:pt x="2443625" y="777240"/>
                </a:cubicBezTo>
                <a:cubicBezTo>
                  <a:pt x="2322774" y="906724"/>
                  <a:pt x="2289108" y="928083"/>
                  <a:pt x="2198400" y="1101436"/>
                </a:cubicBezTo>
                <a:cubicBezTo>
                  <a:pt x="2172388" y="1151148"/>
                  <a:pt x="2157284" y="1205932"/>
                  <a:pt x="2140211" y="1259378"/>
                </a:cubicBezTo>
                <a:cubicBezTo>
                  <a:pt x="2108041" y="1360086"/>
                  <a:pt x="2113044" y="1432520"/>
                  <a:pt x="2036302" y="1512916"/>
                </a:cubicBezTo>
                <a:cubicBezTo>
                  <a:pt x="2006585" y="1544048"/>
                  <a:pt x="1968455" y="1568252"/>
                  <a:pt x="1928236" y="1583574"/>
                </a:cubicBezTo>
                <a:cubicBezTo>
                  <a:pt x="1879483" y="1602147"/>
                  <a:pt x="1825713" y="1602971"/>
                  <a:pt x="1774451" y="1612669"/>
                </a:cubicBezTo>
                <a:cubicBezTo>
                  <a:pt x="1719033" y="1609898"/>
                  <a:pt x="1660093" y="1623993"/>
                  <a:pt x="1608196" y="1604356"/>
                </a:cubicBezTo>
                <a:cubicBezTo>
                  <a:pt x="1465953" y="1550535"/>
                  <a:pt x="1437440" y="1442530"/>
                  <a:pt x="1371284" y="1321723"/>
                </a:cubicBezTo>
                <a:cubicBezTo>
                  <a:pt x="1367128" y="1260763"/>
                  <a:pt x="1343574" y="1198013"/>
                  <a:pt x="1358815" y="1138843"/>
                </a:cubicBezTo>
                <a:cubicBezTo>
                  <a:pt x="1387806" y="1026288"/>
                  <a:pt x="1560962" y="1013767"/>
                  <a:pt x="1633135" y="993371"/>
                </a:cubicBezTo>
                <a:cubicBezTo>
                  <a:pt x="1723189" y="994756"/>
                  <a:pt x="1813764" y="987760"/>
                  <a:pt x="1903298" y="997527"/>
                </a:cubicBezTo>
                <a:cubicBezTo>
                  <a:pt x="2003976" y="1008510"/>
                  <a:pt x="2136811" y="1050461"/>
                  <a:pt x="2223338" y="1109749"/>
                </a:cubicBezTo>
                <a:cubicBezTo>
                  <a:pt x="2258098" y="1133566"/>
                  <a:pt x="2285298" y="1166926"/>
                  <a:pt x="2314778" y="1197033"/>
                </a:cubicBezTo>
                <a:cubicBezTo>
                  <a:pt x="2350445" y="1233459"/>
                  <a:pt x="2385736" y="1270354"/>
                  <a:pt x="2418687" y="1309254"/>
                </a:cubicBezTo>
                <a:cubicBezTo>
                  <a:pt x="2485537" y="1388174"/>
                  <a:pt x="2538425" y="1479752"/>
                  <a:pt x="2614036" y="1550323"/>
                </a:cubicBezTo>
                <a:cubicBezTo>
                  <a:pt x="2634818" y="1569720"/>
                  <a:pt x="2652314" y="1593385"/>
                  <a:pt x="2676382" y="1608513"/>
                </a:cubicBezTo>
                <a:cubicBezTo>
                  <a:pt x="2701649" y="1624395"/>
                  <a:pt x="2731800" y="1630680"/>
                  <a:pt x="2759509" y="1641763"/>
                </a:cubicBezTo>
                <a:cubicBezTo>
                  <a:pt x="2827396" y="1622367"/>
                  <a:pt x="2904425" y="1622738"/>
                  <a:pt x="2963171" y="1583574"/>
                </a:cubicBezTo>
                <a:cubicBezTo>
                  <a:pt x="3073962" y="1509713"/>
                  <a:pt x="3072965" y="1360618"/>
                  <a:pt x="3092018" y="1251065"/>
                </a:cubicBezTo>
                <a:cubicBezTo>
                  <a:pt x="3087862" y="1183178"/>
                  <a:pt x="3093561" y="1113959"/>
                  <a:pt x="3079549" y="1047403"/>
                </a:cubicBezTo>
                <a:cubicBezTo>
                  <a:pt x="3052135" y="917185"/>
                  <a:pt x="2968043" y="764916"/>
                  <a:pt x="2884200" y="665018"/>
                </a:cubicBezTo>
                <a:cubicBezTo>
                  <a:pt x="2845398" y="618786"/>
                  <a:pt x="2738032" y="605228"/>
                  <a:pt x="2693007" y="594360"/>
                </a:cubicBezTo>
                <a:cubicBezTo>
                  <a:pt x="2671870" y="595828"/>
                  <a:pt x="2319736" y="608517"/>
                  <a:pt x="2239964" y="644236"/>
                </a:cubicBezTo>
                <a:cubicBezTo>
                  <a:pt x="2192164" y="665639"/>
                  <a:pt x="2152698" y="703196"/>
                  <a:pt x="2115273" y="739833"/>
                </a:cubicBezTo>
                <a:cubicBezTo>
                  <a:pt x="2025922" y="827303"/>
                  <a:pt x="1853131" y="1065134"/>
                  <a:pt x="1699636" y="1134687"/>
                </a:cubicBezTo>
                <a:cubicBezTo>
                  <a:pt x="1662693" y="1151427"/>
                  <a:pt x="1619280" y="1145771"/>
                  <a:pt x="1579102" y="1151313"/>
                </a:cubicBezTo>
                <a:cubicBezTo>
                  <a:pt x="1379934" y="1085961"/>
                  <a:pt x="1289277" y="1087709"/>
                  <a:pt x="1146840" y="939338"/>
                </a:cubicBezTo>
                <a:cubicBezTo>
                  <a:pt x="1093860" y="884151"/>
                  <a:pt x="1058171" y="814647"/>
                  <a:pt x="1013836" y="752302"/>
                </a:cubicBezTo>
                <a:cubicBezTo>
                  <a:pt x="1005523" y="702426"/>
                  <a:pt x="988224" y="653233"/>
                  <a:pt x="988898" y="602673"/>
                </a:cubicBezTo>
                <a:cubicBezTo>
                  <a:pt x="989630" y="547781"/>
                  <a:pt x="996368" y="491032"/>
                  <a:pt x="1017993" y="440574"/>
                </a:cubicBezTo>
                <a:cubicBezTo>
                  <a:pt x="1048859" y="368555"/>
                  <a:pt x="1167972" y="281749"/>
                  <a:pt x="1234124" y="257694"/>
                </a:cubicBezTo>
                <a:cubicBezTo>
                  <a:pt x="1278699" y="241485"/>
                  <a:pt x="1328335" y="246611"/>
                  <a:pt x="1375440" y="241069"/>
                </a:cubicBezTo>
                <a:cubicBezTo>
                  <a:pt x="1451153" y="278926"/>
                  <a:pt x="1481040" y="280151"/>
                  <a:pt x="1525069" y="361603"/>
                </a:cubicBezTo>
                <a:cubicBezTo>
                  <a:pt x="1537217" y="384077"/>
                  <a:pt x="1536153" y="411480"/>
                  <a:pt x="1541695" y="436418"/>
                </a:cubicBezTo>
                <a:cubicBezTo>
                  <a:pt x="1523684" y="457200"/>
                  <a:pt x="1511379" y="484842"/>
                  <a:pt x="1487662" y="498763"/>
                </a:cubicBezTo>
                <a:cubicBezTo>
                  <a:pt x="1445706" y="523389"/>
                  <a:pt x="1397485" y="536018"/>
                  <a:pt x="1350502" y="548640"/>
                </a:cubicBezTo>
                <a:cubicBezTo>
                  <a:pt x="1246685" y="576531"/>
                  <a:pt x="1177829" y="575478"/>
                  <a:pt x="1072025" y="581891"/>
                </a:cubicBezTo>
                <a:cubicBezTo>
                  <a:pt x="1002752" y="598516"/>
                  <a:pt x="932808" y="612558"/>
                  <a:pt x="864207" y="631767"/>
                </a:cubicBezTo>
                <a:cubicBezTo>
                  <a:pt x="829571" y="641465"/>
                  <a:pt x="793424" y="646847"/>
                  <a:pt x="760298" y="660862"/>
                </a:cubicBezTo>
                <a:cubicBezTo>
                  <a:pt x="720888" y="677536"/>
                  <a:pt x="684494" y="700736"/>
                  <a:pt x="648076" y="723207"/>
                </a:cubicBezTo>
                <a:cubicBezTo>
                  <a:pt x="582866" y="763443"/>
                  <a:pt x="522977" y="809400"/>
                  <a:pt x="477665" y="872836"/>
                </a:cubicBezTo>
                <a:cubicBezTo>
                  <a:pt x="453173" y="907124"/>
                  <a:pt x="438872" y="947651"/>
                  <a:pt x="419476" y="985058"/>
                </a:cubicBezTo>
                <a:cubicBezTo>
                  <a:pt x="411163" y="1050174"/>
                  <a:pt x="384918" y="1115471"/>
                  <a:pt x="394538" y="1180407"/>
                </a:cubicBezTo>
                <a:cubicBezTo>
                  <a:pt x="402349" y="1233131"/>
                  <a:pt x="434608" y="1281305"/>
                  <a:pt x="469353" y="1321723"/>
                </a:cubicBezTo>
                <a:cubicBezTo>
                  <a:pt x="516886" y="1377017"/>
                  <a:pt x="625289" y="1437509"/>
                  <a:pt x="697953" y="1463040"/>
                </a:cubicBezTo>
                <a:cubicBezTo>
                  <a:pt x="715145" y="1469081"/>
                  <a:pt x="733974" y="1468582"/>
                  <a:pt x="751985" y="1471353"/>
                </a:cubicBezTo>
                <a:cubicBezTo>
                  <a:pt x="771382" y="1481051"/>
                  <a:pt x="793811" y="1486217"/>
                  <a:pt x="810175" y="1500447"/>
                </a:cubicBezTo>
                <a:cubicBezTo>
                  <a:pt x="851500" y="1536381"/>
                  <a:pt x="849669" y="1564218"/>
                  <a:pt x="860051" y="1612669"/>
                </a:cubicBezTo>
                <a:cubicBezTo>
                  <a:pt x="850353" y="1638993"/>
                  <a:pt x="850552" y="1671566"/>
                  <a:pt x="830956" y="1691640"/>
                </a:cubicBezTo>
                <a:cubicBezTo>
                  <a:pt x="757776" y="1766605"/>
                  <a:pt x="686641" y="1797450"/>
                  <a:pt x="589887" y="1812174"/>
                </a:cubicBezTo>
                <a:cubicBezTo>
                  <a:pt x="559723" y="1816764"/>
                  <a:pt x="528927" y="1814945"/>
                  <a:pt x="498447" y="1816331"/>
                </a:cubicBezTo>
                <a:cubicBezTo>
                  <a:pt x="436102" y="1770611"/>
                  <a:pt x="367686" y="1732184"/>
                  <a:pt x="311411" y="1679171"/>
                </a:cubicBezTo>
                <a:cubicBezTo>
                  <a:pt x="206806" y="1580630"/>
                  <a:pt x="183087" y="1477596"/>
                  <a:pt x="128531" y="1346662"/>
                </a:cubicBezTo>
                <a:cubicBezTo>
                  <a:pt x="125760" y="1302327"/>
                  <a:pt x="120218" y="1258079"/>
                  <a:pt x="120218" y="1213658"/>
                </a:cubicBezTo>
                <a:cubicBezTo>
                  <a:pt x="120218" y="1118771"/>
                  <a:pt x="110333" y="1054543"/>
                  <a:pt x="195033" y="993371"/>
                </a:cubicBezTo>
                <a:cubicBezTo>
                  <a:pt x="218187" y="976648"/>
                  <a:pt x="250451" y="979516"/>
                  <a:pt x="278160" y="972589"/>
                </a:cubicBezTo>
                <a:cubicBezTo>
                  <a:pt x="346047" y="982287"/>
                  <a:pt x="415785" y="983193"/>
                  <a:pt x="481822" y="1001683"/>
                </a:cubicBezTo>
                <a:cubicBezTo>
                  <a:pt x="521219" y="1012714"/>
                  <a:pt x="556619" y="1036060"/>
                  <a:pt x="589887" y="1059873"/>
                </a:cubicBezTo>
                <a:cubicBezTo>
                  <a:pt x="799954" y="1210237"/>
                  <a:pt x="887459" y="1285525"/>
                  <a:pt x="1055400" y="1458883"/>
                </a:cubicBezTo>
                <a:cubicBezTo>
                  <a:pt x="1139216" y="1545402"/>
                  <a:pt x="1135269" y="1557086"/>
                  <a:pt x="1209185" y="1654233"/>
                </a:cubicBezTo>
                <a:cubicBezTo>
                  <a:pt x="1247399" y="1704457"/>
                  <a:pt x="1271214" y="1756908"/>
                  <a:pt x="1338033" y="1766454"/>
                </a:cubicBezTo>
                <a:cubicBezTo>
                  <a:pt x="1405364" y="1776073"/>
                  <a:pt x="1473808" y="1774767"/>
                  <a:pt x="1541695" y="1778923"/>
                </a:cubicBezTo>
                <a:cubicBezTo>
                  <a:pt x="1622051" y="1759527"/>
                  <a:pt x="1708309" y="1756648"/>
                  <a:pt x="1782764" y="1720734"/>
                </a:cubicBezTo>
                <a:cubicBezTo>
                  <a:pt x="1878931" y="1674348"/>
                  <a:pt x="1957183" y="1505302"/>
                  <a:pt x="1986425" y="1421476"/>
                </a:cubicBezTo>
                <a:cubicBezTo>
                  <a:pt x="2026168" y="1307547"/>
                  <a:pt x="2062185" y="1191362"/>
                  <a:pt x="2082022" y="1072342"/>
                </a:cubicBezTo>
                <a:cubicBezTo>
                  <a:pt x="2093106" y="1005840"/>
                  <a:pt x="2094932" y="937114"/>
                  <a:pt x="2115273" y="872836"/>
                </a:cubicBezTo>
                <a:cubicBezTo>
                  <a:pt x="2129866" y="826722"/>
                  <a:pt x="2266890" y="611570"/>
                  <a:pt x="2289840" y="590203"/>
                </a:cubicBezTo>
                <a:cubicBezTo>
                  <a:pt x="2327481" y="555158"/>
                  <a:pt x="2380500" y="541517"/>
                  <a:pt x="2427000" y="519545"/>
                </a:cubicBezTo>
                <a:cubicBezTo>
                  <a:pt x="2689376" y="395565"/>
                  <a:pt x="2587081" y="414273"/>
                  <a:pt x="2788604" y="407323"/>
                </a:cubicBezTo>
                <a:cubicBezTo>
                  <a:pt x="2810771" y="426720"/>
                  <a:pt x="2839156" y="440750"/>
                  <a:pt x="2855105" y="465513"/>
                </a:cubicBezTo>
                <a:cubicBezTo>
                  <a:pt x="2965147" y="636370"/>
                  <a:pt x="2950070" y="673309"/>
                  <a:pt x="2983953" y="872836"/>
                </a:cubicBezTo>
                <a:cubicBezTo>
                  <a:pt x="2964774" y="990647"/>
                  <a:pt x="2962027" y="1074629"/>
                  <a:pt x="2909138" y="1180407"/>
                </a:cubicBezTo>
                <a:cubicBezTo>
                  <a:pt x="2884903" y="1228878"/>
                  <a:pt x="2851706" y="1272338"/>
                  <a:pt x="2821855" y="1317567"/>
                </a:cubicBezTo>
                <a:cubicBezTo>
                  <a:pt x="2791516" y="1363535"/>
                  <a:pt x="2757093" y="1411422"/>
                  <a:pt x="2717945" y="1450571"/>
                </a:cubicBezTo>
                <a:cubicBezTo>
                  <a:pt x="2694352" y="1474164"/>
                  <a:pt x="2668573" y="1495486"/>
                  <a:pt x="2643131" y="1517073"/>
                </a:cubicBezTo>
                <a:cubicBezTo>
                  <a:pt x="2622838" y="1534291"/>
                  <a:pt x="2599604" y="1548130"/>
                  <a:pt x="2580785" y="1566949"/>
                </a:cubicBezTo>
                <a:cubicBezTo>
                  <a:pt x="2561966" y="1585768"/>
                  <a:pt x="2547534" y="1608512"/>
                  <a:pt x="2530909" y="1629294"/>
                </a:cubicBezTo>
                <a:cubicBezTo>
                  <a:pt x="2526753" y="1641763"/>
                  <a:pt x="2519488" y="1653600"/>
                  <a:pt x="2518440" y="1666702"/>
                </a:cubicBezTo>
                <a:cubicBezTo>
                  <a:pt x="2516669" y="1688842"/>
                  <a:pt x="2513922" y="1712757"/>
                  <a:pt x="2522596" y="1733203"/>
                </a:cubicBezTo>
                <a:cubicBezTo>
                  <a:pt x="2556128" y="1812242"/>
                  <a:pt x="2601948" y="1819720"/>
                  <a:pt x="2680538" y="1841269"/>
                </a:cubicBezTo>
                <a:cubicBezTo>
                  <a:pt x="2731118" y="1855138"/>
                  <a:pt x="2782960" y="1863921"/>
                  <a:pt x="2834324" y="1874520"/>
                </a:cubicBezTo>
                <a:cubicBezTo>
                  <a:pt x="2870249" y="1881933"/>
                  <a:pt x="2906367" y="1888375"/>
                  <a:pt x="2942389" y="1895302"/>
                </a:cubicBezTo>
                <a:cubicBezTo>
                  <a:pt x="2974254" y="1893916"/>
                  <a:pt x="3006663" y="1897168"/>
                  <a:pt x="3037985" y="1891145"/>
                </a:cubicBezTo>
                <a:cubicBezTo>
                  <a:pt x="3079297" y="1883200"/>
                  <a:pt x="3119207" y="1868714"/>
                  <a:pt x="3158520" y="1853738"/>
                </a:cubicBezTo>
                <a:cubicBezTo>
                  <a:pt x="3239380" y="1822934"/>
                  <a:pt x="3334809" y="1780696"/>
                  <a:pt x="3403745" y="1724891"/>
                </a:cubicBezTo>
                <a:cubicBezTo>
                  <a:pt x="3430406" y="1703308"/>
                  <a:pt x="3450851" y="1675014"/>
                  <a:pt x="3474404" y="1650076"/>
                </a:cubicBezTo>
                <a:cubicBezTo>
                  <a:pt x="3501573" y="1553042"/>
                  <a:pt x="3532865" y="1480297"/>
                  <a:pt x="3499342" y="1371600"/>
                </a:cubicBezTo>
                <a:cubicBezTo>
                  <a:pt x="3469760" y="1275682"/>
                  <a:pt x="3412119" y="1190764"/>
                  <a:pt x="3366338" y="1101436"/>
                </a:cubicBezTo>
                <a:cubicBezTo>
                  <a:pt x="3326460" y="1023624"/>
                  <a:pt x="3296170" y="996917"/>
                  <a:pt x="3220865" y="931025"/>
                </a:cubicBezTo>
                <a:cubicBezTo>
                  <a:pt x="3192502" y="906207"/>
                  <a:pt x="3161603" y="884144"/>
                  <a:pt x="3129425" y="864523"/>
                </a:cubicBezTo>
                <a:cubicBezTo>
                  <a:pt x="3043877" y="812360"/>
                  <a:pt x="3009557" y="823628"/>
                  <a:pt x="2904982" y="781396"/>
                </a:cubicBezTo>
                <a:cubicBezTo>
                  <a:pt x="2879645" y="771164"/>
                  <a:pt x="2855604" y="756975"/>
                  <a:pt x="2834324" y="739833"/>
                </a:cubicBezTo>
                <a:cubicBezTo>
                  <a:pt x="2771856" y="689511"/>
                  <a:pt x="2734532" y="639673"/>
                  <a:pt x="2697164" y="569422"/>
                </a:cubicBezTo>
                <a:cubicBezTo>
                  <a:pt x="2679393" y="536013"/>
                  <a:pt x="2666684" y="500149"/>
                  <a:pt x="2651444" y="465513"/>
                </a:cubicBezTo>
                <a:cubicBezTo>
                  <a:pt x="2648673" y="432262"/>
                  <a:pt x="2631323" y="396967"/>
                  <a:pt x="2643131" y="365760"/>
                </a:cubicBezTo>
                <a:cubicBezTo>
                  <a:pt x="2661255" y="317861"/>
                  <a:pt x="2800847" y="274867"/>
                  <a:pt x="2826011" y="266007"/>
                </a:cubicBezTo>
                <a:cubicBezTo>
                  <a:pt x="2885107" y="245198"/>
                  <a:pt x="2943998" y="223194"/>
                  <a:pt x="3004735" y="207818"/>
                </a:cubicBezTo>
                <a:cubicBezTo>
                  <a:pt x="3113963" y="180166"/>
                  <a:pt x="3154977" y="182855"/>
                  <a:pt x="3258273" y="178723"/>
                </a:cubicBezTo>
                <a:cubicBezTo>
                  <a:pt x="3283211" y="196734"/>
                  <a:pt x="3311612" y="210730"/>
                  <a:pt x="3333087" y="232756"/>
                </a:cubicBezTo>
                <a:cubicBezTo>
                  <a:pt x="3452313" y="355040"/>
                  <a:pt x="3384906" y="345247"/>
                  <a:pt x="3532593" y="448887"/>
                </a:cubicBezTo>
                <a:cubicBezTo>
                  <a:pt x="3570631" y="475580"/>
                  <a:pt x="3615720" y="490451"/>
                  <a:pt x="3657284" y="511233"/>
                </a:cubicBezTo>
                <a:cubicBezTo>
                  <a:pt x="3701618" y="505691"/>
                  <a:pt x="3747981" y="508975"/>
                  <a:pt x="3790287" y="494607"/>
                </a:cubicBezTo>
                <a:cubicBezTo>
                  <a:pt x="3856563" y="472098"/>
                  <a:pt x="3892886" y="418915"/>
                  <a:pt x="3935760" y="369916"/>
                </a:cubicBezTo>
                <a:cubicBezTo>
                  <a:pt x="3947756" y="276944"/>
                  <a:pt x="3978672" y="259543"/>
                  <a:pt x="3927447" y="203662"/>
                </a:cubicBezTo>
                <a:cubicBezTo>
                  <a:pt x="3921988" y="197707"/>
                  <a:pt x="3914471" y="193275"/>
                  <a:pt x="3906665" y="191193"/>
                </a:cubicBezTo>
                <a:cubicBezTo>
                  <a:pt x="3893212" y="187605"/>
                  <a:pt x="3878956" y="188422"/>
                  <a:pt x="3865102" y="187036"/>
                </a:cubicBezTo>
                <a:cubicBezTo>
                  <a:pt x="3799986" y="189807"/>
                  <a:pt x="3734312" y="186410"/>
                  <a:pt x="3669753" y="195349"/>
                </a:cubicBezTo>
                <a:cubicBezTo>
                  <a:pt x="3616398" y="202737"/>
                  <a:pt x="3540056" y="257730"/>
                  <a:pt x="3503498" y="286789"/>
                </a:cubicBezTo>
                <a:cubicBezTo>
                  <a:pt x="3460509" y="320960"/>
                  <a:pt x="3381155" y="406491"/>
                  <a:pt x="3349713" y="444731"/>
                </a:cubicBezTo>
                <a:cubicBezTo>
                  <a:pt x="3291551" y="515469"/>
                  <a:pt x="3277030" y="567316"/>
                  <a:pt x="3191771" y="610985"/>
                </a:cubicBezTo>
                <a:cubicBezTo>
                  <a:pt x="3166620" y="623867"/>
                  <a:pt x="3136353" y="622069"/>
                  <a:pt x="3108644" y="627611"/>
                </a:cubicBezTo>
                <a:cubicBezTo>
                  <a:pt x="3058768" y="615142"/>
                  <a:pt x="3002930" y="616934"/>
                  <a:pt x="2959015" y="590203"/>
                </a:cubicBezTo>
                <a:cubicBezTo>
                  <a:pt x="2830091" y="511727"/>
                  <a:pt x="2828253" y="469393"/>
                  <a:pt x="2784447" y="357447"/>
                </a:cubicBezTo>
                <a:cubicBezTo>
                  <a:pt x="2769000" y="254470"/>
                  <a:pt x="2778043" y="290382"/>
                  <a:pt x="2747040" y="187036"/>
                </a:cubicBezTo>
                <a:cubicBezTo>
                  <a:pt x="2743263" y="174447"/>
                  <a:pt x="2745086" y="157515"/>
                  <a:pt x="2734571" y="149629"/>
                </a:cubicBezTo>
                <a:cubicBezTo>
                  <a:pt x="2719783" y="138538"/>
                  <a:pt x="2698549" y="141316"/>
                  <a:pt x="2680538" y="137160"/>
                </a:cubicBezTo>
                <a:lnTo>
                  <a:pt x="2572473" y="141316"/>
                </a:lnTo>
                <a:cubicBezTo>
                  <a:pt x="2521050" y="150761"/>
                  <a:pt x="2454353" y="185166"/>
                  <a:pt x="2406218" y="207818"/>
                </a:cubicBezTo>
                <a:cubicBezTo>
                  <a:pt x="2393749" y="221673"/>
                  <a:pt x="2377773" y="233039"/>
                  <a:pt x="2368811" y="249382"/>
                </a:cubicBezTo>
                <a:cubicBezTo>
                  <a:pt x="2314684" y="348084"/>
                  <a:pt x="2346160" y="339517"/>
                  <a:pt x="2327247" y="457200"/>
                </a:cubicBezTo>
                <a:cubicBezTo>
                  <a:pt x="2321115" y="495354"/>
                  <a:pt x="2314639" y="534471"/>
                  <a:pt x="2298153" y="569422"/>
                </a:cubicBezTo>
                <a:cubicBezTo>
                  <a:pt x="2257154" y="656340"/>
                  <a:pt x="2208532" y="705061"/>
                  <a:pt x="2119429" y="739833"/>
                </a:cubicBezTo>
                <a:cubicBezTo>
                  <a:pt x="2098738" y="747908"/>
                  <a:pt x="2075094" y="742604"/>
                  <a:pt x="2052927" y="743989"/>
                </a:cubicBezTo>
                <a:cubicBezTo>
                  <a:pt x="2032145" y="735676"/>
                  <a:pt x="2005812" y="735453"/>
                  <a:pt x="1990582" y="719051"/>
                </a:cubicBezTo>
                <a:cubicBezTo>
                  <a:pt x="1967394" y="694079"/>
                  <a:pt x="1947129" y="661613"/>
                  <a:pt x="1944862" y="627611"/>
                </a:cubicBezTo>
                <a:cubicBezTo>
                  <a:pt x="1936361" y="500102"/>
                  <a:pt x="1939168" y="421330"/>
                  <a:pt x="2019676" y="340822"/>
                </a:cubicBezTo>
                <a:cubicBezTo>
                  <a:pt x="2033805" y="326693"/>
                  <a:pt x="2051389" y="315896"/>
                  <a:pt x="2069553" y="307571"/>
                </a:cubicBezTo>
                <a:cubicBezTo>
                  <a:pt x="2113592" y="287387"/>
                  <a:pt x="2229163" y="288243"/>
                  <a:pt x="2252433" y="286789"/>
                </a:cubicBezTo>
                <a:cubicBezTo>
                  <a:pt x="2318919" y="257701"/>
                  <a:pt x="2333506" y="264324"/>
                  <a:pt x="2368811" y="191193"/>
                </a:cubicBezTo>
                <a:cubicBezTo>
                  <a:pt x="2376733" y="174782"/>
                  <a:pt x="2374353" y="155171"/>
                  <a:pt x="2377124" y="137160"/>
                </a:cubicBezTo>
                <a:cubicBezTo>
                  <a:pt x="2370197" y="130233"/>
                  <a:pt x="2365549" y="119726"/>
                  <a:pt x="2356342" y="116378"/>
                </a:cubicBezTo>
                <a:cubicBezTo>
                  <a:pt x="2228686" y="69957"/>
                  <a:pt x="2203022" y="88925"/>
                  <a:pt x="2052927" y="95596"/>
                </a:cubicBezTo>
                <a:cubicBezTo>
                  <a:pt x="1981404" y="129927"/>
                  <a:pt x="1934918" y="148951"/>
                  <a:pt x="1870047" y="191193"/>
                </a:cubicBezTo>
                <a:cubicBezTo>
                  <a:pt x="1835901" y="213428"/>
                  <a:pt x="1798042" y="232010"/>
                  <a:pt x="1770295" y="261851"/>
                </a:cubicBezTo>
                <a:cubicBezTo>
                  <a:pt x="1723684" y="311980"/>
                  <a:pt x="1688272" y="371516"/>
                  <a:pt x="1649760" y="428105"/>
                </a:cubicBezTo>
                <a:cubicBezTo>
                  <a:pt x="1620345" y="471327"/>
                  <a:pt x="1601518" y="522168"/>
                  <a:pt x="1566633" y="561109"/>
                </a:cubicBezTo>
                <a:cubicBezTo>
                  <a:pt x="1518052" y="615339"/>
                  <a:pt x="1427224" y="650674"/>
                  <a:pt x="1358815" y="665018"/>
                </a:cubicBezTo>
                <a:cubicBezTo>
                  <a:pt x="1311047" y="675034"/>
                  <a:pt x="1261833" y="676101"/>
                  <a:pt x="1213342" y="681643"/>
                </a:cubicBezTo>
                <a:cubicBezTo>
                  <a:pt x="1031113" y="649103"/>
                  <a:pt x="966481" y="671514"/>
                  <a:pt x="839269" y="540327"/>
                </a:cubicBezTo>
                <a:cubicBezTo>
                  <a:pt x="789489" y="488991"/>
                  <a:pt x="753907" y="425482"/>
                  <a:pt x="714578" y="365760"/>
                </a:cubicBezTo>
                <a:cubicBezTo>
                  <a:pt x="647976" y="264624"/>
                  <a:pt x="623661" y="183307"/>
                  <a:pt x="531698" y="108065"/>
                </a:cubicBezTo>
                <a:cubicBezTo>
                  <a:pt x="516763" y="95845"/>
                  <a:pt x="495676" y="94210"/>
                  <a:pt x="477665" y="87283"/>
                </a:cubicBezTo>
                <a:cubicBezTo>
                  <a:pt x="314828" y="119056"/>
                  <a:pt x="264406" y="111624"/>
                  <a:pt x="120218" y="220287"/>
                </a:cubicBezTo>
                <a:cubicBezTo>
                  <a:pt x="79415" y="251037"/>
                  <a:pt x="53716" y="297872"/>
                  <a:pt x="20465" y="336665"/>
                </a:cubicBezTo>
                <a:cubicBezTo>
                  <a:pt x="14923" y="397625"/>
                  <a:pt x="-9265" y="459753"/>
                  <a:pt x="3840" y="519545"/>
                </a:cubicBezTo>
                <a:cubicBezTo>
                  <a:pt x="14289" y="567220"/>
                  <a:pt x="54136" y="603966"/>
                  <a:pt x="86967" y="640080"/>
                </a:cubicBezTo>
                <a:cubicBezTo>
                  <a:pt x="234330" y="802180"/>
                  <a:pt x="176158" y="699309"/>
                  <a:pt x="332193" y="822960"/>
                </a:cubicBezTo>
                <a:cubicBezTo>
                  <a:pt x="369048" y="852166"/>
                  <a:pt x="398694" y="889462"/>
                  <a:pt x="431945" y="922713"/>
                </a:cubicBezTo>
                <a:cubicBezTo>
                  <a:pt x="440857" y="954542"/>
                  <a:pt x="475867" y="1058011"/>
                  <a:pt x="469353" y="1101436"/>
                </a:cubicBezTo>
                <a:cubicBezTo>
                  <a:pt x="464542" y="1133510"/>
                  <a:pt x="457017" y="1168088"/>
                  <a:pt x="436102" y="1192876"/>
                </a:cubicBezTo>
                <a:cubicBezTo>
                  <a:pt x="416919" y="1215611"/>
                  <a:pt x="383455" y="1220585"/>
                  <a:pt x="357131" y="1234440"/>
                </a:cubicBezTo>
                <a:cubicBezTo>
                  <a:pt x="325266" y="1198418"/>
                  <a:pt x="279291" y="1171070"/>
                  <a:pt x="261535" y="1126374"/>
                </a:cubicBezTo>
                <a:cubicBezTo>
                  <a:pt x="242481" y="1078410"/>
                  <a:pt x="232414" y="862009"/>
                  <a:pt x="228284" y="793865"/>
                </a:cubicBezTo>
                <a:cubicBezTo>
                  <a:pt x="244909" y="760614"/>
                  <a:pt x="252374" y="720891"/>
                  <a:pt x="278160" y="694113"/>
                </a:cubicBezTo>
                <a:cubicBezTo>
                  <a:pt x="326211" y="644214"/>
                  <a:pt x="385104" y="605213"/>
                  <a:pt x="444415" y="569422"/>
                </a:cubicBezTo>
                <a:cubicBezTo>
                  <a:pt x="466575" y="556050"/>
                  <a:pt x="494158" y="555069"/>
                  <a:pt x="519229" y="548640"/>
                </a:cubicBezTo>
                <a:cubicBezTo>
                  <a:pt x="802385" y="476035"/>
                  <a:pt x="340343" y="600449"/>
                  <a:pt x="743673" y="490451"/>
                </a:cubicBezTo>
                <a:cubicBezTo>
                  <a:pt x="779695" y="455815"/>
                  <a:pt x="827631" y="430315"/>
                  <a:pt x="851738" y="386542"/>
                </a:cubicBezTo>
                <a:cubicBezTo>
                  <a:pt x="896194" y="305819"/>
                  <a:pt x="932881" y="192342"/>
                  <a:pt x="864207" y="112222"/>
                </a:cubicBezTo>
                <a:cubicBezTo>
                  <a:pt x="841938" y="86242"/>
                  <a:pt x="809165" y="69652"/>
                  <a:pt x="776924" y="58189"/>
                </a:cubicBezTo>
                <a:cubicBezTo>
                  <a:pt x="745351" y="46963"/>
                  <a:pt x="710422" y="49876"/>
                  <a:pt x="677171" y="45720"/>
                </a:cubicBezTo>
                <a:cubicBezTo>
                  <a:pt x="606513" y="74814"/>
                  <a:pt x="518350" y="78106"/>
                  <a:pt x="465196" y="133003"/>
                </a:cubicBezTo>
                <a:cubicBezTo>
                  <a:pt x="376020" y="225103"/>
                  <a:pt x="451167" y="477121"/>
                  <a:pt x="473509" y="552796"/>
                </a:cubicBezTo>
                <a:cubicBezTo>
                  <a:pt x="493033" y="618927"/>
                  <a:pt x="513707" y="686970"/>
                  <a:pt x="552480" y="743989"/>
                </a:cubicBezTo>
                <a:cubicBezTo>
                  <a:pt x="699604" y="960349"/>
                  <a:pt x="726281" y="932562"/>
                  <a:pt x="884989" y="1068185"/>
                </a:cubicBezTo>
                <a:cubicBezTo>
                  <a:pt x="920001" y="1098105"/>
                  <a:pt x="951491" y="1131916"/>
                  <a:pt x="984742" y="1163782"/>
                </a:cubicBezTo>
                <a:cubicBezTo>
                  <a:pt x="1004123" y="1207389"/>
                  <a:pt x="1051244" y="1293432"/>
                  <a:pt x="1051244" y="1350818"/>
                </a:cubicBezTo>
                <a:cubicBezTo>
                  <a:pt x="1051244" y="1369662"/>
                  <a:pt x="1045510" y="1389474"/>
                  <a:pt x="1034618" y="1404851"/>
                </a:cubicBezTo>
                <a:cubicBezTo>
                  <a:pt x="1020980" y="1424104"/>
                  <a:pt x="1000216" y="1437484"/>
                  <a:pt x="980585" y="1450571"/>
                </a:cubicBezTo>
                <a:cubicBezTo>
                  <a:pt x="937684" y="1479172"/>
                  <a:pt x="847582" y="1529542"/>
                  <a:pt x="847582" y="1529542"/>
                </a:cubicBezTo>
                <a:cubicBezTo>
                  <a:pt x="816943" y="1460605"/>
                  <a:pt x="800309" y="1432809"/>
                  <a:pt x="810175" y="1330036"/>
                </a:cubicBezTo>
                <a:cubicBezTo>
                  <a:pt x="821781" y="1209137"/>
                  <a:pt x="840163" y="1087032"/>
                  <a:pt x="880833" y="972589"/>
                </a:cubicBezTo>
                <a:cubicBezTo>
                  <a:pt x="901060" y="915670"/>
                  <a:pt x="948766" y="872264"/>
                  <a:pt x="988898" y="827116"/>
                </a:cubicBezTo>
                <a:cubicBezTo>
                  <a:pt x="1015654" y="797015"/>
                  <a:pt x="1045550" y="768438"/>
                  <a:pt x="1080338" y="748145"/>
                </a:cubicBezTo>
                <a:cubicBezTo>
                  <a:pt x="1204172" y="675908"/>
                  <a:pt x="1304965" y="666035"/>
                  <a:pt x="1446098" y="640080"/>
                </a:cubicBezTo>
                <a:cubicBezTo>
                  <a:pt x="1497173" y="630687"/>
                  <a:pt x="1548622" y="623455"/>
                  <a:pt x="1599884" y="615142"/>
                </a:cubicBezTo>
                <a:cubicBezTo>
                  <a:pt x="1637291" y="586047"/>
                  <a:pt x="1686152" y="567509"/>
                  <a:pt x="1712105" y="527858"/>
                </a:cubicBezTo>
                <a:cubicBezTo>
                  <a:pt x="1738791" y="487087"/>
                  <a:pt x="1747456" y="435226"/>
                  <a:pt x="1749513" y="386542"/>
                </a:cubicBezTo>
                <a:cubicBezTo>
                  <a:pt x="1754004" y="280267"/>
                  <a:pt x="1731675" y="229754"/>
                  <a:pt x="1674698" y="153785"/>
                </a:cubicBezTo>
                <a:cubicBezTo>
                  <a:pt x="1668206" y="145128"/>
                  <a:pt x="1658073" y="139930"/>
                  <a:pt x="1649760" y="133003"/>
                </a:cubicBezTo>
                <a:cubicBezTo>
                  <a:pt x="1622051" y="134389"/>
                  <a:pt x="1593692" y="131033"/>
                  <a:pt x="1566633" y="137160"/>
                </a:cubicBezTo>
                <a:cubicBezTo>
                  <a:pt x="1519630" y="147802"/>
                  <a:pt x="1475720" y="169325"/>
                  <a:pt x="1429473" y="182880"/>
                </a:cubicBezTo>
                <a:cubicBezTo>
                  <a:pt x="1395291" y="192899"/>
                  <a:pt x="1360200" y="199505"/>
                  <a:pt x="1325564" y="207818"/>
                </a:cubicBezTo>
                <a:cubicBezTo>
                  <a:pt x="1293698" y="227214"/>
                  <a:pt x="1254145" y="237598"/>
                  <a:pt x="1229967" y="266007"/>
                </a:cubicBezTo>
                <a:cubicBezTo>
                  <a:pt x="1141689" y="369733"/>
                  <a:pt x="1151198" y="465351"/>
                  <a:pt x="1134371" y="594360"/>
                </a:cubicBezTo>
                <a:cubicBezTo>
                  <a:pt x="1146840" y="659476"/>
                  <a:pt x="1144439" y="729309"/>
                  <a:pt x="1171778" y="789709"/>
                </a:cubicBezTo>
                <a:cubicBezTo>
                  <a:pt x="1231094" y="920755"/>
                  <a:pt x="1343189" y="1027583"/>
                  <a:pt x="1454411" y="1113905"/>
                </a:cubicBezTo>
                <a:cubicBezTo>
                  <a:pt x="1539871" y="1180232"/>
                  <a:pt x="1679241" y="1259091"/>
                  <a:pt x="1774451" y="1300942"/>
                </a:cubicBezTo>
                <a:cubicBezTo>
                  <a:pt x="1837842" y="1328806"/>
                  <a:pt x="1903826" y="1350571"/>
                  <a:pt x="1969800" y="1371600"/>
                </a:cubicBezTo>
                <a:cubicBezTo>
                  <a:pt x="2612738" y="1576536"/>
                  <a:pt x="2259371" y="1444307"/>
                  <a:pt x="2526753" y="1546167"/>
                </a:cubicBezTo>
                <a:cubicBezTo>
                  <a:pt x="2517055" y="1571105"/>
                  <a:pt x="2512501" y="1598718"/>
                  <a:pt x="2497658" y="1620982"/>
                </a:cubicBezTo>
                <a:cubicBezTo>
                  <a:pt x="2486735" y="1637366"/>
                  <a:pt x="2468322" y="1647466"/>
                  <a:pt x="2451938" y="1658389"/>
                </a:cubicBezTo>
                <a:cubicBezTo>
                  <a:pt x="2430776" y="1672497"/>
                  <a:pt x="2409768" y="1688391"/>
                  <a:pt x="2385436" y="1695796"/>
                </a:cubicBezTo>
                <a:cubicBezTo>
                  <a:pt x="2304250" y="1720505"/>
                  <a:pt x="2178443" y="1720799"/>
                  <a:pt x="2098647" y="1724891"/>
                </a:cubicBezTo>
                <a:cubicBezTo>
                  <a:pt x="2032145" y="1715193"/>
                  <a:pt x="1964046" y="1713233"/>
                  <a:pt x="1899142" y="1695796"/>
                </a:cubicBezTo>
                <a:cubicBezTo>
                  <a:pt x="1833485" y="1678157"/>
                  <a:pt x="1749727" y="1582817"/>
                  <a:pt x="1707949" y="1550323"/>
                </a:cubicBezTo>
                <a:cubicBezTo>
                  <a:pt x="1632690" y="1491788"/>
                  <a:pt x="1619377" y="1501546"/>
                  <a:pt x="1520913" y="1479665"/>
                </a:cubicBezTo>
                <a:cubicBezTo>
                  <a:pt x="1452968" y="1481283"/>
                  <a:pt x="1356884" y="1473515"/>
                  <a:pt x="1284000" y="1496291"/>
                </a:cubicBezTo>
                <a:cubicBezTo>
                  <a:pt x="1259688" y="1503888"/>
                  <a:pt x="1236895" y="1515687"/>
                  <a:pt x="1213342" y="1525385"/>
                </a:cubicBezTo>
                <a:cubicBezTo>
                  <a:pt x="1132941" y="1597747"/>
                  <a:pt x="1198403" y="1543876"/>
                  <a:pt x="1051244" y="1633451"/>
                </a:cubicBezTo>
                <a:cubicBezTo>
                  <a:pt x="1027281" y="1648037"/>
                  <a:pt x="1003927" y="1663610"/>
                  <a:pt x="980585" y="1679171"/>
                </a:cubicBezTo>
                <a:cubicBezTo>
                  <a:pt x="958202" y="1694093"/>
                  <a:pt x="936994" y="1710793"/>
                  <a:pt x="914084" y="1724891"/>
                </a:cubicBezTo>
                <a:cubicBezTo>
                  <a:pt x="896073" y="1735975"/>
                  <a:pt x="880264" y="1751923"/>
                  <a:pt x="860051" y="1758142"/>
                </a:cubicBezTo>
                <a:cubicBezTo>
                  <a:pt x="825217" y="1768860"/>
                  <a:pt x="788007" y="1769225"/>
                  <a:pt x="751985" y="1774767"/>
                </a:cubicBezTo>
                <a:cubicBezTo>
                  <a:pt x="673014" y="1770611"/>
                  <a:pt x="593926" y="1768287"/>
                  <a:pt x="515073" y="1762298"/>
                </a:cubicBezTo>
                <a:cubicBezTo>
                  <a:pt x="484399" y="1759968"/>
                  <a:pt x="452380" y="1760780"/>
                  <a:pt x="423633" y="1749829"/>
                </a:cubicBezTo>
                <a:cubicBezTo>
                  <a:pt x="392750" y="1738064"/>
                  <a:pt x="368214" y="1713807"/>
                  <a:pt x="340505" y="1695796"/>
                </a:cubicBezTo>
                <a:cubicBezTo>
                  <a:pt x="321905" y="1606930"/>
                  <a:pt x="256292" y="1510870"/>
                  <a:pt x="352975" y="1446414"/>
                </a:cubicBezTo>
                <a:cubicBezTo>
                  <a:pt x="374011" y="1432390"/>
                  <a:pt x="402851" y="1438101"/>
                  <a:pt x="427789" y="1433945"/>
                </a:cubicBezTo>
                <a:cubicBezTo>
                  <a:pt x="845521" y="1487501"/>
                  <a:pt x="280276" y="1407437"/>
                  <a:pt x="818487" y="1517073"/>
                </a:cubicBezTo>
                <a:cubicBezTo>
                  <a:pt x="965789" y="1547079"/>
                  <a:pt x="1114974" y="1566949"/>
                  <a:pt x="1263218" y="1591887"/>
                </a:cubicBezTo>
                <a:cubicBezTo>
                  <a:pt x="1616509" y="1576647"/>
                  <a:pt x="1970382" y="1571525"/>
                  <a:pt x="2323091" y="1546167"/>
                </a:cubicBezTo>
                <a:cubicBezTo>
                  <a:pt x="2381910" y="1541938"/>
                  <a:pt x="2625316" y="1477306"/>
                  <a:pt x="2697164" y="1458883"/>
                </a:cubicBezTo>
                <a:cubicBezTo>
                  <a:pt x="2752877" y="1413433"/>
                  <a:pt x="2876294" y="1331732"/>
                  <a:pt x="2917451" y="1251065"/>
                </a:cubicBezTo>
                <a:cubicBezTo>
                  <a:pt x="2966075" y="1155762"/>
                  <a:pt x="2961327" y="1069331"/>
                  <a:pt x="2996422" y="968433"/>
                </a:cubicBezTo>
                <a:cubicBezTo>
                  <a:pt x="3001260" y="954523"/>
                  <a:pt x="3015818" y="946266"/>
                  <a:pt x="3025516" y="935182"/>
                </a:cubicBezTo>
                <a:cubicBezTo>
                  <a:pt x="3089247" y="946266"/>
                  <a:pt x="3154678" y="950086"/>
                  <a:pt x="3216709" y="968433"/>
                </a:cubicBezTo>
                <a:cubicBezTo>
                  <a:pt x="3254145" y="979506"/>
                  <a:pt x="3287142" y="1002379"/>
                  <a:pt x="3320618" y="1022465"/>
                </a:cubicBezTo>
                <a:cubicBezTo>
                  <a:pt x="3363453" y="1048166"/>
                  <a:pt x="3407763" y="1072644"/>
                  <a:pt x="3445309" y="1105593"/>
                </a:cubicBezTo>
                <a:cubicBezTo>
                  <a:pt x="3506506" y="1159297"/>
                  <a:pt x="3554082" y="1250275"/>
                  <a:pt x="3594938" y="1317567"/>
                </a:cubicBezTo>
                <a:cubicBezTo>
                  <a:pt x="3606022" y="1356360"/>
                  <a:pt x="3618404" y="1394805"/>
                  <a:pt x="3628189" y="1433945"/>
                </a:cubicBezTo>
                <a:cubicBezTo>
                  <a:pt x="3632277" y="1450297"/>
                  <a:pt x="3637204" y="1466982"/>
                  <a:pt x="3636502" y="1483822"/>
                </a:cubicBezTo>
                <a:cubicBezTo>
                  <a:pt x="3634413" y="1533962"/>
                  <a:pt x="3630111" y="1584323"/>
                  <a:pt x="3619876" y="1633451"/>
                </a:cubicBezTo>
                <a:cubicBezTo>
                  <a:pt x="3616085" y="1651648"/>
                  <a:pt x="3605964" y="1668363"/>
                  <a:pt x="3594938" y="1683327"/>
                </a:cubicBezTo>
                <a:cubicBezTo>
                  <a:pt x="3571090" y="1715692"/>
                  <a:pt x="3531721" y="1727055"/>
                  <a:pt x="3495185" y="1737360"/>
                </a:cubicBezTo>
                <a:cubicBezTo>
                  <a:pt x="3463800" y="1746212"/>
                  <a:pt x="3399589" y="1758142"/>
                  <a:pt x="3399589" y="1758142"/>
                </a:cubicBezTo>
              </a:path>
            </a:pathLst>
          </a:cu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9A4892E-687A-8003-D7E2-2698C3CA4167}"/>
              </a:ext>
            </a:extLst>
          </p:cNvPr>
          <p:cNvSpPr/>
          <p:nvPr/>
        </p:nvSpPr>
        <p:spPr>
          <a:xfrm>
            <a:off x="8096597" y="2008960"/>
            <a:ext cx="162098" cy="16209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B3CD458-656A-F27A-9C0E-6366D0ABAC1A}"/>
              </a:ext>
            </a:extLst>
          </p:cNvPr>
          <p:cNvSpPr/>
          <p:nvPr/>
        </p:nvSpPr>
        <p:spPr>
          <a:xfrm>
            <a:off x="5729828" y="3129648"/>
            <a:ext cx="162098" cy="1620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267879D-ABF9-0368-128A-3BC47C6D538F}"/>
              </a:ext>
            </a:extLst>
          </p:cNvPr>
          <p:cNvSpPr/>
          <p:nvPr/>
        </p:nvSpPr>
        <p:spPr>
          <a:xfrm>
            <a:off x="7324807" y="2874691"/>
            <a:ext cx="162098" cy="1620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9E5C671-171E-9DF5-0634-D510EB0797F3}"/>
              </a:ext>
            </a:extLst>
          </p:cNvPr>
          <p:cNvSpPr/>
          <p:nvPr/>
        </p:nvSpPr>
        <p:spPr>
          <a:xfrm>
            <a:off x="5728442" y="3745952"/>
            <a:ext cx="162098" cy="1620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A537CBD-313B-88CE-D5D7-8AF0F1DF6871}"/>
              </a:ext>
            </a:extLst>
          </p:cNvPr>
          <p:cNvSpPr/>
          <p:nvPr/>
        </p:nvSpPr>
        <p:spPr>
          <a:xfrm>
            <a:off x="8059470" y="3210697"/>
            <a:ext cx="162098" cy="1620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29DEA78-5413-D770-501A-C4A43DDC9B6C}"/>
              </a:ext>
            </a:extLst>
          </p:cNvPr>
          <p:cNvSpPr/>
          <p:nvPr/>
        </p:nvSpPr>
        <p:spPr>
          <a:xfrm>
            <a:off x="6643856" y="3332708"/>
            <a:ext cx="162098" cy="1620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4393277-D5CC-A12B-2923-49B3674FD023}"/>
              </a:ext>
            </a:extLst>
          </p:cNvPr>
          <p:cNvSpPr/>
          <p:nvPr/>
        </p:nvSpPr>
        <p:spPr>
          <a:xfrm>
            <a:off x="7768499" y="3770702"/>
            <a:ext cx="162098" cy="1620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A30EA9B-B7A5-8D90-2279-AB284A2986A2}"/>
              </a:ext>
            </a:extLst>
          </p:cNvPr>
          <p:cNvSpPr/>
          <p:nvPr/>
        </p:nvSpPr>
        <p:spPr>
          <a:xfrm>
            <a:off x="6228221" y="2916009"/>
            <a:ext cx="162098" cy="1620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C4DF169-ABF2-395E-C4F3-9AA5CE0D9A8E}"/>
              </a:ext>
            </a:extLst>
          </p:cNvPr>
          <p:cNvSpPr/>
          <p:nvPr/>
        </p:nvSpPr>
        <p:spPr>
          <a:xfrm>
            <a:off x="6724905" y="3780210"/>
            <a:ext cx="162098" cy="1620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3E6F248-3346-005E-3E81-299150B39D5A}"/>
              </a:ext>
            </a:extLst>
          </p:cNvPr>
          <p:cNvSpPr/>
          <p:nvPr/>
        </p:nvSpPr>
        <p:spPr>
          <a:xfrm>
            <a:off x="8360618" y="3745952"/>
            <a:ext cx="162098" cy="1620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B02DE86-E821-E85C-489B-EC78B0B94D11}"/>
              </a:ext>
            </a:extLst>
          </p:cNvPr>
          <p:cNvSpPr/>
          <p:nvPr/>
        </p:nvSpPr>
        <p:spPr>
          <a:xfrm>
            <a:off x="7214849" y="3462346"/>
            <a:ext cx="162098" cy="1620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22E1374-AAD2-62C2-8E83-4E88DE654CE6}"/>
              </a:ext>
            </a:extLst>
          </p:cNvPr>
          <p:cNvSpPr/>
          <p:nvPr/>
        </p:nvSpPr>
        <p:spPr>
          <a:xfrm>
            <a:off x="6105607" y="975162"/>
            <a:ext cx="162098" cy="16209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135704E-E66B-9B22-689B-E174527255DF}"/>
              </a:ext>
            </a:extLst>
          </p:cNvPr>
          <p:cNvSpPr/>
          <p:nvPr/>
        </p:nvSpPr>
        <p:spPr>
          <a:xfrm>
            <a:off x="5448649" y="1091154"/>
            <a:ext cx="162098" cy="16209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96F462E-A452-A489-1268-1A2180D18D56}"/>
              </a:ext>
            </a:extLst>
          </p:cNvPr>
          <p:cNvSpPr/>
          <p:nvPr/>
        </p:nvSpPr>
        <p:spPr>
          <a:xfrm>
            <a:off x="8447716" y="1120259"/>
            <a:ext cx="162098" cy="16209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6FEB8B37-823C-EC26-4838-834F48CA4C1C}"/>
              </a:ext>
            </a:extLst>
          </p:cNvPr>
          <p:cNvSpPr/>
          <p:nvPr/>
        </p:nvSpPr>
        <p:spPr>
          <a:xfrm>
            <a:off x="6501154" y="1629238"/>
            <a:ext cx="162098" cy="16209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60015381-554E-ECF8-0F80-A13579B9C989}"/>
              </a:ext>
            </a:extLst>
          </p:cNvPr>
          <p:cNvSpPr/>
          <p:nvPr/>
        </p:nvSpPr>
        <p:spPr>
          <a:xfrm>
            <a:off x="5729828" y="1927911"/>
            <a:ext cx="162098" cy="16209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02E7090-842E-41B8-437F-77D11A88E89C}"/>
              </a:ext>
            </a:extLst>
          </p:cNvPr>
          <p:cNvSpPr/>
          <p:nvPr/>
        </p:nvSpPr>
        <p:spPr>
          <a:xfrm>
            <a:off x="6497690" y="1011870"/>
            <a:ext cx="162098" cy="16209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7013BF60-4CED-39BA-D191-01672C10DB7D}"/>
              </a:ext>
            </a:extLst>
          </p:cNvPr>
          <p:cNvSpPr/>
          <p:nvPr/>
        </p:nvSpPr>
        <p:spPr>
          <a:xfrm>
            <a:off x="7307674" y="1954630"/>
            <a:ext cx="162098" cy="16209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55063F3B-8B45-21C9-F67F-B3E155B66DFA}"/>
              </a:ext>
            </a:extLst>
          </p:cNvPr>
          <p:cNvSpPr/>
          <p:nvPr/>
        </p:nvSpPr>
        <p:spPr>
          <a:xfrm>
            <a:off x="7295898" y="1121356"/>
            <a:ext cx="162098" cy="16209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C6D729FF-1677-AF59-DD15-D2FEF45628F3}"/>
              </a:ext>
            </a:extLst>
          </p:cNvPr>
          <p:cNvSpPr/>
          <p:nvPr/>
        </p:nvSpPr>
        <p:spPr>
          <a:xfrm>
            <a:off x="8140519" y="1451316"/>
            <a:ext cx="162098" cy="16209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3238321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3D751-55D4-5B16-E940-E2C862C3F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A0499-72A1-01BD-401E-8D5B0AB59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we model this system?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2A03C-4834-C05E-CD0F-B6A9A1C3E2E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Molecular dynamics?</a:t>
            </a:r>
          </a:p>
          <a:p>
            <a:pPr lvl="1"/>
            <a:r>
              <a:rPr lang="en-US" dirty="0"/>
              <a:t>Possible, but expensive</a:t>
            </a:r>
          </a:p>
          <a:p>
            <a:r>
              <a:rPr lang="en-US" dirty="0"/>
              <a:t>Analytics/Continuum?</a:t>
            </a:r>
          </a:p>
          <a:p>
            <a:pPr lvl="1"/>
            <a:r>
              <a:rPr lang="en-US" dirty="0"/>
              <a:t>Misses excluded volume effects</a:t>
            </a:r>
          </a:p>
          <a:p>
            <a:pPr lvl="1"/>
            <a:r>
              <a:rPr lang="en-US" dirty="0"/>
              <a:t>Analytics are difficult for more complex geometry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1AF31AE-CAC1-D208-5CBC-00A4B143BBB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139043" y="1200150"/>
            <a:ext cx="3056914" cy="339407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9FE1B6-8936-DF19-E137-28EE23234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12CD-FCB1-464E-A775-0B83FDDACE0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838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5B7F6-2401-44EC-5341-772B40E08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DE44D-AD6C-CCB4-04AB-4A4C4BA3B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we model this system?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019AC-9EA9-CF7E-2E8F-6670D2A4698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We want to model current as a function of applied electric field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373010A-4B66-97D0-EA6A-727A442BD81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139043" y="1200150"/>
            <a:ext cx="3056914" cy="339407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7E19D0-50D2-274E-EBA2-AFBE544F5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12CD-FCB1-464E-A775-0B83FDDACE0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904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01B08-2C40-2C28-FCBF-479B6B206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7EC36-E762-99A1-9163-235F0DBDD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we model this system?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1E7F0-049C-780E-9328-883AE131DD1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want to model current as a function of applied electric field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EF31BD0-8482-5369-AFC0-1F106F31216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139043" y="1200150"/>
            <a:ext cx="3056914" cy="339407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A80935-8B55-6EB8-26E9-04576D16A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12CD-FCB1-464E-A775-0B83FDDACE03}" type="slidenum">
              <a:rPr lang="en-US" smtClean="0"/>
              <a:pPr/>
              <a:t>5</a:t>
            </a:fld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73405E6-0593-6D5E-B0F3-1647F20A2248}"/>
              </a:ext>
            </a:extLst>
          </p:cNvPr>
          <p:cNvCxnSpPr>
            <a:cxnSpLocks/>
          </p:cNvCxnSpPr>
          <p:nvPr/>
        </p:nvCxnSpPr>
        <p:spPr>
          <a:xfrm flipV="1">
            <a:off x="4924148" y="1689717"/>
            <a:ext cx="0" cy="245319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8FC4D90-9D0E-4A6B-5377-CF7916704D28}"/>
              </a:ext>
            </a:extLst>
          </p:cNvPr>
          <p:cNvCxnSpPr>
            <a:cxnSpLocks/>
          </p:cNvCxnSpPr>
          <p:nvPr/>
        </p:nvCxnSpPr>
        <p:spPr>
          <a:xfrm flipV="1">
            <a:off x="5697985" y="2928152"/>
            <a:ext cx="0" cy="466077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105BFE1-7777-1876-CC07-51D38B77ACB4}"/>
              </a:ext>
            </a:extLst>
          </p:cNvPr>
          <p:cNvCxnSpPr>
            <a:cxnSpLocks/>
          </p:cNvCxnSpPr>
          <p:nvPr/>
        </p:nvCxnSpPr>
        <p:spPr>
          <a:xfrm flipV="1">
            <a:off x="6075286" y="2769834"/>
            <a:ext cx="0" cy="466077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85A5FE2-7C4F-6F0F-2C3F-CE29F338BE3B}"/>
              </a:ext>
            </a:extLst>
          </p:cNvPr>
          <p:cNvCxnSpPr>
            <a:cxnSpLocks/>
          </p:cNvCxnSpPr>
          <p:nvPr/>
        </p:nvCxnSpPr>
        <p:spPr>
          <a:xfrm flipV="1">
            <a:off x="6451108" y="3414943"/>
            <a:ext cx="0" cy="466077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09FFC15-CDBD-8248-D610-9DE3B62C8F45}"/>
              </a:ext>
            </a:extLst>
          </p:cNvPr>
          <p:cNvCxnSpPr>
            <a:cxnSpLocks/>
          </p:cNvCxnSpPr>
          <p:nvPr/>
        </p:nvCxnSpPr>
        <p:spPr>
          <a:xfrm flipV="1">
            <a:off x="5697985" y="3394229"/>
            <a:ext cx="0" cy="466077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4E1A4A0-3E22-B0CC-4074-43865FE1E107}"/>
              </a:ext>
            </a:extLst>
          </p:cNvPr>
          <p:cNvCxnSpPr>
            <a:cxnSpLocks/>
          </p:cNvCxnSpPr>
          <p:nvPr/>
        </p:nvCxnSpPr>
        <p:spPr>
          <a:xfrm flipV="1">
            <a:off x="6821010" y="3181905"/>
            <a:ext cx="0" cy="466077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BC2B4B6-6531-05EE-BAB3-4F0718381E1B}"/>
              </a:ext>
            </a:extLst>
          </p:cNvPr>
          <p:cNvCxnSpPr>
            <a:cxnSpLocks/>
          </p:cNvCxnSpPr>
          <p:nvPr/>
        </p:nvCxnSpPr>
        <p:spPr>
          <a:xfrm flipV="1">
            <a:off x="6399321" y="3080552"/>
            <a:ext cx="0" cy="466077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D6900D0-1076-F29E-83A7-A74385984709}"/>
              </a:ext>
            </a:extLst>
          </p:cNvPr>
          <p:cNvCxnSpPr>
            <a:cxnSpLocks/>
          </p:cNvCxnSpPr>
          <p:nvPr/>
        </p:nvCxnSpPr>
        <p:spPr>
          <a:xfrm flipV="1">
            <a:off x="6930502" y="2743201"/>
            <a:ext cx="0" cy="466077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A9D27A1-8984-AB90-5679-55D03AF00629}"/>
              </a:ext>
            </a:extLst>
          </p:cNvPr>
          <p:cNvCxnSpPr>
            <a:cxnSpLocks/>
          </p:cNvCxnSpPr>
          <p:nvPr/>
        </p:nvCxnSpPr>
        <p:spPr>
          <a:xfrm flipV="1">
            <a:off x="7242700" y="3428261"/>
            <a:ext cx="0" cy="466077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684162A-F13A-0279-2F97-7D20E9728C41}"/>
              </a:ext>
            </a:extLst>
          </p:cNvPr>
          <p:cNvCxnSpPr>
            <a:cxnSpLocks/>
          </p:cNvCxnSpPr>
          <p:nvPr/>
        </p:nvCxnSpPr>
        <p:spPr>
          <a:xfrm flipV="1">
            <a:off x="7474999" y="2999913"/>
            <a:ext cx="0" cy="466077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16CCA49-1991-8CD5-2C40-7D55B2204B06}"/>
              </a:ext>
            </a:extLst>
          </p:cNvPr>
          <p:cNvCxnSpPr>
            <a:cxnSpLocks/>
          </p:cNvCxnSpPr>
          <p:nvPr/>
        </p:nvCxnSpPr>
        <p:spPr>
          <a:xfrm flipV="1">
            <a:off x="7698420" y="3394229"/>
            <a:ext cx="0" cy="466077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0078B90-76F2-C633-F077-21117BA60B9B}"/>
              </a:ext>
            </a:extLst>
          </p:cNvPr>
          <p:cNvCxnSpPr>
            <a:cxnSpLocks/>
          </p:cNvCxnSpPr>
          <p:nvPr/>
        </p:nvCxnSpPr>
        <p:spPr>
          <a:xfrm>
            <a:off x="5490839" y="1953088"/>
            <a:ext cx="0" cy="396537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E2A3550-5A47-E712-0BDE-41B441BEECB9}"/>
              </a:ext>
            </a:extLst>
          </p:cNvPr>
          <p:cNvCxnSpPr>
            <a:cxnSpLocks/>
          </p:cNvCxnSpPr>
          <p:nvPr/>
        </p:nvCxnSpPr>
        <p:spPr>
          <a:xfrm>
            <a:off x="5717219" y="2597458"/>
            <a:ext cx="0" cy="396537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5D227EE-3B01-AB9F-581E-1FF3A900FA4D}"/>
              </a:ext>
            </a:extLst>
          </p:cNvPr>
          <p:cNvCxnSpPr>
            <a:cxnSpLocks/>
          </p:cNvCxnSpPr>
          <p:nvPr/>
        </p:nvCxnSpPr>
        <p:spPr>
          <a:xfrm>
            <a:off x="6893511" y="1975282"/>
            <a:ext cx="0" cy="396537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D66885B-46D7-795F-176F-F1DE83B89ED9}"/>
              </a:ext>
            </a:extLst>
          </p:cNvPr>
          <p:cNvCxnSpPr>
            <a:cxnSpLocks/>
          </p:cNvCxnSpPr>
          <p:nvPr/>
        </p:nvCxnSpPr>
        <p:spPr>
          <a:xfrm>
            <a:off x="6297227" y="1907219"/>
            <a:ext cx="0" cy="396537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6F39AB8-C91E-2D37-C3C0-6E1C52C929D1}"/>
              </a:ext>
            </a:extLst>
          </p:cNvPr>
          <p:cNvCxnSpPr>
            <a:cxnSpLocks/>
          </p:cNvCxnSpPr>
          <p:nvPr/>
        </p:nvCxnSpPr>
        <p:spPr>
          <a:xfrm>
            <a:off x="5982070" y="1861351"/>
            <a:ext cx="0" cy="396537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ECAB983-BAF9-4B50-B454-D5539884578B}"/>
              </a:ext>
            </a:extLst>
          </p:cNvPr>
          <p:cNvCxnSpPr>
            <a:cxnSpLocks/>
          </p:cNvCxnSpPr>
          <p:nvPr/>
        </p:nvCxnSpPr>
        <p:spPr>
          <a:xfrm>
            <a:off x="6297227" y="2364419"/>
            <a:ext cx="0" cy="396537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1357231-C0B2-2B32-965E-18D447529D93}"/>
              </a:ext>
            </a:extLst>
          </p:cNvPr>
          <p:cNvCxnSpPr>
            <a:cxnSpLocks/>
          </p:cNvCxnSpPr>
          <p:nvPr/>
        </p:nvCxnSpPr>
        <p:spPr>
          <a:xfrm>
            <a:off x="6917186" y="2623351"/>
            <a:ext cx="0" cy="396537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EE0A2D9-BAFB-1ED2-3329-179D2F1E5800}"/>
              </a:ext>
            </a:extLst>
          </p:cNvPr>
          <p:cNvCxnSpPr>
            <a:cxnSpLocks/>
          </p:cNvCxnSpPr>
          <p:nvPr/>
        </p:nvCxnSpPr>
        <p:spPr>
          <a:xfrm>
            <a:off x="7773880" y="1975282"/>
            <a:ext cx="0" cy="396537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B13CBF8-1493-7F65-5D74-484952F2369A}"/>
              </a:ext>
            </a:extLst>
          </p:cNvPr>
          <p:cNvCxnSpPr>
            <a:cxnSpLocks/>
          </p:cNvCxnSpPr>
          <p:nvPr/>
        </p:nvCxnSpPr>
        <p:spPr>
          <a:xfrm>
            <a:off x="7519387" y="2655904"/>
            <a:ext cx="0" cy="396537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5ED1968-152E-CA07-E394-005DE06A8CB1}"/>
              </a:ext>
            </a:extLst>
          </p:cNvPr>
          <p:cNvCxnSpPr>
            <a:cxnSpLocks/>
          </p:cNvCxnSpPr>
          <p:nvPr/>
        </p:nvCxnSpPr>
        <p:spPr>
          <a:xfrm>
            <a:off x="7543060" y="2226814"/>
            <a:ext cx="0" cy="396537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5165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E2967-EA7E-7B71-B987-69FB92DE3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8D866-7BDD-ADD1-81C9-E92ED37B4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we model this system?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2CD67-BDF5-BE29-6016-3619C81676C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We want to model current as a function of applied electric field</a:t>
            </a:r>
          </a:p>
          <a:p>
            <a:r>
              <a:rPr lang="en-US" dirty="0"/>
              <a:t>Ohm’s law:</a:t>
            </a:r>
          </a:p>
          <a:p>
            <a:endParaRPr lang="en-US" dirty="0"/>
          </a:p>
          <a:p>
            <a:r>
              <a:rPr lang="en-US" dirty="0"/>
              <a:t>But this system is not purely resistive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51B796D-DDDA-E506-BF33-C884636E948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139043" y="1200150"/>
            <a:ext cx="3056914" cy="339407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32B281-F0A6-EEB6-0772-42C055674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12CD-FCB1-464E-A775-0B83FDDACE03}" type="slidenum">
              <a:rPr lang="en-US" smtClean="0"/>
              <a:pPr/>
              <a:t>6</a:t>
            </a:fld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31793F1-0E87-093C-6A7C-B49CA6DA2758}"/>
              </a:ext>
            </a:extLst>
          </p:cNvPr>
          <p:cNvCxnSpPr>
            <a:cxnSpLocks/>
          </p:cNvCxnSpPr>
          <p:nvPr/>
        </p:nvCxnSpPr>
        <p:spPr>
          <a:xfrm flipV="1">
            <a:off x="4924148" y="1689717"/>
            <a:ext cx="0" cy="245319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108B828-FF58-32FC-DCBE-54F7D11E5968}"/>
              </a:ext>
            </a:extLst>
          </p:cNvPr>
          <p:cNvCxnSpPr>
            <a:cxnSpLocks/>
          </p:cNvCxnSpPr>
          <p:nvPr/>
        </p:nvCxnSpPr>
        <p:spPr>
          <a:xfrm flipV="1">
            <a:off x="5697985" y="2928152"/>
            <a:ext cx="0" cy="466077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12E0A38-BE82-9FC6-6FBE-5818948EFD03}"/>
              </a:ext>
            </a:extLst>
          </p:cNvPr>
          <p:cNvCxnSpPr>
            <a:cxnSpLocks/>
          </p:cNvCxnSpPr>
          <p:nvPr/>
        </p:nvCxnSpPr>
        <p:spPr>
          <a:xfrm flipV="1">
            <a:off x="6075286" y="2769834"/>
            <a:ext cx="0" cy="466077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96502A2-75C5-ACF0-88FF-449B22FC8324}"/>
              </a:ext>
            </a:extLst>
          </p:cNvPr>
          <p:cNvCxnSpPr>
            <a:cxnSpLocks/>
          </p:cNvCxnSpPr>
          <p:nvPr/>
        </p:nvCxnSpPr>
        <p:spPr>
          <a:xfrm flipV="1">
            <a:off x="6451108" y="3414943"/>
            <a:ext cx="0" cy="466077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660066B-F1C3-7846-ED56-1D0659003541}"/>
              </a:ext>
            </a:extLst>
          </p:cNvPr>
          <p:cNvCxnSpPr>
            <a:cxnSpLocks/>
          </p:cNvCxnSpPr>
          <p:nvPr/>
        </p:nvCxnSpPr>
        <p:spPr>
          <a:xfrm flipV="1">
            <a:off x="5697985" y="3394229"/>
            <a:ext cx="0" cy="466077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B5E2BF4-2642-4264-4CDA-FC1E84915408}"/>
              </a:ext>
            </a:extLst>
          </p:cNvPr>
          <p:cNvCxnSpPr>
            <a:cxnSpLocks/>
          </p:cNvCxnSpPr>
          <p:nvPr/>
        </p:nvCxnSpPr>
        <p:spPr>
          <a:xfrm flipV="1">
            <a:off x="6821010" y="3181905"/>
            <a:ext cx="0" cy="466077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5D1DF52-BC9B-C45F-D658-8645981B11A3}"/>
              </a:ext>
            </a:extLst>
          </p:cNvPr>
          <p:cNvCxnSpPr>
            <a:cxnSpLocks/>
          </p:cNvCxnSpPr>
          <p:nvPr/>
        </p:nvCxnSpPr>
        <p:spPr>
          <a:xfrm flipV="1">
            <a:off x="6399321" y="3080552"/>
            <a:ext cx="0" cy="466077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948719E-E7E4-054E-77EF-A75AD5D50007}"/>
              </a:ext>
            </a:extLst>
          </p:cNvPr>
          <p:cNvCxnSpPr>
            <a:cxnSpLocks/>
          </p:cNvCxnSpPr>
          <p:nvPr/>
        </p:nvCxnSpPr>
        <p:spPr>
          <a:xfrm flipV="1">
            <a:off x="6930502" y="2743201"/>
            <a:ext cx="0" cy="466077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7D4691E-6445-30F2-2626-E8A013B1AD3C}"/>
              </a:ext>
            </a:extLst>
          </p:cNvPr>
          <p:cNvCxnSpPr>
            <a:cxnSpLocks/>
          </p:cNvCxnSpPr>
          <p:nvPr/>
        </p:nvCxnSpPr>
        <p:spPr>
          <a:xfrm flipV="1">
            <a:off x="7242700" y="3428261"/>
            <a:ext cx="0" cy="466077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0083980-F21E-D167-2AC4-B4B31A43792B}"/>
              </a:ext>
            </a:extLst>
          </p:cNvPr>
          <p:cNvCxnSpPr>
            <a:cxnSpLocks/>
          </p:cNvCxnSpPr>
          <p:nvPr/>
        </p:nvCxnSpPr>
        <p:spPr>
          <a:xfrm flipV="1">
            <a:off x="7474999" y="2999913"/>
            <a:ext cx="0" cy="466077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86193BF-68FB-5E8F-6A23-201BFD6CB0F9}"/>
              </a:ext>
            </a:extLst>
          </p:cNvPr>
          <p:cNvCxnSpPr>
            <a:cxnSpLocks/>
          </p:cNvCxnSpPr>
          <p:nvPr/>
        </p:nvCxnSpPr>
        <p:spPr>
          <a:xfrm flipV="1">
            <a:off x="7698420" y="3394229"/>
            <a:ext cx="0" cy="466077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1D5E5AD-60C4-EB3E-6AD2-4292F7D3B40A}"/>
              </a:ext>
            </a:extLst>
          </p:cNvPr>
          <p:cNvCxnSpPr>
            <a:cxnSpLocks/>
          </p:cNvCxnSpPr>
          <p:nvPr/>
        </p:nvCxnSpPr>
        <p:spPr>
          <a:xfrm>
            <a:off x="5490839" y="1953088"/>
            <a:ext cx="0" cy="396537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D95BB77-91F8-C6AA-4BEE-F9A8406DB14F}"/>
              </a:ext>
            </a:extLst>
          </p:cNvPr>
          <p:cNvCxnSpPr>
            <a:cxnSpLocks/>
          </p:cNvCxnSpPr>
          <p:nvPr/>
        </p:nvCxnSpPr>
        <p:spPr>
          <a:xfrm>
            <a:off x="5717219" y="2597458"/>
            <a:ext cx="0" cy="396537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63D9209-3B9A-4A2C-D669-A8E196B8E698}"/>
              </a:ext>
            </a:extLst>
          </p:cNvPr>
          <p:cNvCxnSpPr>
            <a:cxnSpLocks/>
          </p:cNvCxnSpPr>
          <p:nvPr/>
        </p:nvCxnSpPr>
        <p:spPr>
          <a:xfrm>
            <a:off x="6893511" y="1975282"/>
            <a:ext cx="0" cy="396537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084F3C2-4996-DB70-AF77-425BBE1B5FB6}"/>
              </a:ext>
            </a:extLst>
          </p:cNvPr>
          <p:cNvCxnSpPr>
            <a:cxnSpLocks/>
          </p:cNvCxnSpPr>
          <p:nvPr/>
        </p:nvCxnSpPr>
        <p:spPr>
          <a:xfrm>
            <a:off x="6297227" y="1907219"/>
            <a:ext cx="0" cy="396537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D967031-90BA-0925-B509-9A28D0C6AC38}"/>
              </a:ext>
            </a:extLst>
          </p:cNvPr>
          <p:cNvCxnSpPr>
            <a:cxnSpLocks/>
          </p:cNvCxnSpPr>
          <p:nvPr/>
        </p:nvCxnSpPr>
        <p:spPr>
          <a:xfrm>
            <a:off x="5982070" y="1861351"/>
            <a:ext cx="0" cy="396537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61F7702-F7C1-1FB7-EAE4-E0DCE33E645D}"/>
              </a:ext>
            </a:extLst>
          </p:cNvPr>
          <p:cNvCxnSpPr>
            <a:cxnSpLocks/>
          </p:cNvCxnSpPr>
          <p:nvPr/>
        </p:nvCxnSpPr>
        <p:spPr>
          <a:xfrm>
            <a:off x="6297227" y="2364419"/>
            <a:ext cx="0" cy="396537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2517744-6303-3AA7-DF60-33520D372BAF}"/>
              </a:ext>
            </a:extLst>
          </p:cNvPr>
          <p:cNvCxnSpPr>
            <a:cxnSpLocks/>
          </p:cNvCxnSpPr>
          <p:nvPr/>
        </p:nvCxnSpPr>
        <p:spPr>
          <a:xfrm>
            <a:off x="6917186" y="2623351"/>
            <a:ext cx="0" cy="396537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43CA3E0-37AC-5DBB-6912-FBCCC00246CF}"/>
              </a:ext>
            </a:extLst>
          </p:cNvPr>
          <p:cNvCxnSpPr>
            <a:cxnSpLocks/>
          </p:cNvCxnSpPr>
          <p:nvPr/>
        </p:nvCxnSpPr>
        <p:spPr>
          <a:xfrm>
            <a:off x="7773880" y="1975282"/>
            <a:ext cx="0" cy="396537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1ED2A51-3AE1-E9E6-2E48-D3F286602F52}"/>
              </a:ext>
            </a:extLst>
          </p:cNvPr>
          <p:cNvCxnSpPr>
            <a:cxnSpLocks/>
          </p:cNvCxnSpPr>
          <p:nvPr/>
        </p:nvCxnSpPr>
        <p:spPr>
          <a:xfrm>
            <a:off x="7519387" y="2655904"/>
            <a:ext cx="0" cy="396537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46F5322-C8CF-0681-3EF5-2EBA4A482D8A}"/>
              </a:ext>
            </a:extLst>
          </p:cNvPr>
          <p:cNvCxnSpPr>
            <a:cxnSpLocks/>
          </p:cNvCxnSpPr>
          <p:nvPr/>
        </p:nvCxnSpPr>
        <p:spPr>
          <a:xfrm>
            <a:off x="7543060" y="2226814"/>
            <a:ext cx="0" cy="396537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39" name="Picture 38">
            <a:extLst>
              <a:ext uri="{FF2B5EF4-FFF2-40B4-BE49-F238E27FC236}">
                <a16:creationId xmlns:a16="http://schemas.microsoft.com/office/drawing/2014/main" id="{3012454D-9BB3-0940-42E2-6CE61A583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303" y="2587286"/>
            <a:ext cx="1537669" cy="85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208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A586A-AACB-EA01-A3E0-503389366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DB38F-69DD-2C77-532A-BE75FE890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Residual Neural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59EA4-E354-7ED8-35AD-AA4DD2E85DB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Model the difference between true behavior and Ohm’s law: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Use a deep O net for the residual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021520-2E05-6961-CBC7-78C0B2844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12CD-FCB1-464E-A775-0B83FDDACE03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4CC873-4F86-772F-B88A-07C60FF50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68" y="2465408"/>
            <a:ext cx="3627216" cy="793453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A6F1042-3795-D438-E88D-0E1C669F0D7A}"/>
              </a:ext>
            </a:extLst>
          </p:cNvPr>
          <p:cNvSpPr/>
          <p:nvPr/>
        </p:nvSpPr>
        <p:spPr>
          <a:xfrm>
            <a:off x="4265228" y="1641074"/>
            <a:ext cx="914400" cy="9144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E(t)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AC98465-224D-FCD8-C693-F914FA21E950}"/>
              </a:ext>
            </a:extLst>
          </p:cNvPr>
          <p:cNvSpPr/>
          <p:nvPr/>
        </p:nvSpPr>
        <p:spPr>
          <a:xfrm>
            <a:off x="5440286" y="1641074"/>
            <a:ext cx="1704512" cy="914400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Branch Net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D9DB84B-71DE-B63C-CB35-BF98E9CDBE49}"/>
              </a:ext>
            </a:extLst>
          </p:cNvPr>
          <p:cNvCxnSpPr>
            <a:stCxn id="7" idx="3"/>
            <a:endCxn id="11" idx="1"/>
          </p:cNvCxnSpPr>
          <p:nvPr/>
        </p:nvCxnSpPr>
        <p:spPr>
          <a:xfrm>
            <a:off x="5179628" y="2098274"/>
            <a:ext cx="26065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53424BB-737F-F9B4-1B91-7C1DA6157563}"/>
              </a:ext>
            </a:extLst>
          </p:cNvPr>
          <p:cNvSpPr/>
          <p:nvPr/>
        </p:nvSpPr>
        <p:spPr>
          <a:xfrm>
            <a:off x="4301972" y="2707874"/>
            <a:ext cx="914400" cy="9144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t_i</a:t>
            </a:r>
            <a:endParaRPr lang="en-US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B91B6E7-E2CD-B9C7-FE3F-2BFC6231B987}"/>
              </a:ext>
            </a:extLst>
          </p:cNvPr>
          <p:cNvSpPr/>
          <p:nvPr/>
        </p:nvSpPr>
        <p:spPr>
          <a:xfrm>
            <a:off x="5477030" y="2707874"/>
            <a:ext cx="1704512" cy="91440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Trunk Net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8FD2258-81C9-DD21-CA6D-7A147E71148F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>
            <a:off x="5216372" y="3165074"/>
            <a:ext cx="26065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DEC81E8-CDB4-7D29-A7DD-9BC20BC2AA73}"/>
              </a:ext>
            </a:extLst>
          </p:cNvPr>
          <p:cNvSpPr/>
          <p:nvPr/>
        </p:nvSpPr>
        <p:spPr>
          <a:xfrm>
            <a:off x="8168936" y="2154499"/>
            <a:ext cx="914400" cy="9144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R(</a:t>
            </a:r>
            <a:r>
              <a:rPr lang="en-US" dirty="0" err="1"/>
              <a:t>t_i</a:t>
            </a:r>
            <a:r>
              <a:rPr lang="en-US" dirty="0"/>
              <a:t>)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99AADFE-02DA-3A16-E708-E1146FF7533C}"/>
              </a:ext>
            </a:extLst>
          </p:cNvPr>
          <p:cNvSpPr/>
          <p:nvPr/>
        </p:nvSpPr>
        <p:spPr>
          <a:xfrm>
            <a:off x="7144798" y="2400709"/>
            <a:ext cx="818654" cy="448796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Dot Product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AE3FEF7-B682-6DD6-7EEE-769C75B59C80}"/>
              </a:ext>
            </a:extLst>
          </p:cNvPr>
          <p:cNvCxnSpPr>
            <a:cxnSpLocks/>
            <a:stCxn id="19" idx="3"/>
            <a:endCxn id="22" idx="4"/>
          </p:cNvCxnSpPr>
          <p:nvPr/>
        </p:nvCxnSpPr>
        <p:spPr>
          <a:xfrm flipV="1">
            <a:off x="7181542" y="2849505"/>
            <a:ext cx="372583" cy="315569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F642A57-82E4-B35F-90AF-6C7CABB6A663}"/>
              </a:ext>
            </a:extLst>
          </p:cNvPr>
          <p:cNvCxnSpPr>
            <a:cxnSpLocks/>
            <a:stCxn id="11" idx="3"/>
            <a:endCxn id="22" idx="0"/>
          </p:cNvCxnSpPr>
          <p:nvPr/>
        </p:nvCxnSpPr>
        <p:spPr>
          <a:xfrm>
            <a:off x="7144798" y="2098274"/>
            <a:ext cx="409327" cy="302435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2A1C589-0A1F-2266-96AF-57466A6D48DB}"/>
              </a:ext>
            </a:extLst>
          </p:cNvPr>
          <p:cNvCxnSpPr>
            <a:cxnSpLocks/>
            <a:stCxn id="22" idx="6"/>
            <a:endCxn id="21" idx="1"/>
          </p:cNvCxnSpPr>
          <p:nvPr/>
        </p:nvCxnSpPr>
        <p:spPr>
          <a:xfrm flipV="1">
            <a:off x="7963452" y="2611699"/>
            <a:ext cx="205484" cy="13408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5810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6BE93-5DFA-4AF9-7715-E58110B7B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20C52-067C-89AE-8C0C-13DE603B8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Residual Neural Operator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1C3E9F-A07D-EE0E-F726-89571B64B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12CD-FCB1-464E-A775-0B83FDDACE0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5E86314-1710-A1FE-4A84-57E6FA74681E}"/>
              </a:ext>
            </a:extLst>
          </p:cNvPr>
          <p:cNvSpPr/>
          <p:nvPr/>
        </p:nvSpPr>
        <p:spPr>
          <a:xfrm>
            <a:off x="373849" y="1151663"/>
            <a:ext cx="914400" cy="147344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E(t)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EC6E76C-8CEC-2E04-9A6B-5A5C29EB63DE}"/>
              </a:ext>
            </a:extLst>
          </p:cNvPr>
          <p:cNvSpPr/>
          <p:nvPr/>
        </p:nvSpPr>
        <p:spPr>
          <a:xfrm>
            <a:off x="1756052" y="1151663"/>
            <a:ext cx="5505882" cy="1473443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Branch Net (801, 256)-&gt;Tanh-&gt;(256, 256)-&gt;Tanh-&gt;(256 256)</a:t>
            </a:r>
          </a:p>
          <a:p>
            <a:pPr algn="ctr"/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A89F709-05D0-C653-6A12-3DA6E85F1729}"/>
              </a:ext>
            </a:extLst>
          </p:cNvPr>
          <p:cNvCxnSpPr>
            <a:cxnSpLocks/>
            <a:stCxn id="7" idx="3"/>
            <a:endCxn id="11" idx="1"/>
          </p:cNvCxnSpPr>
          <p:nvPr/>
        </p:nvCxnSpPr>
        <p:spPr>
          <a:xfrm>
            <a:off x="1288249" y="1888385"/>
            <a:ext cx="467803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BA37B70-2872-2102-D647-798D9821BA5A}"/>
              </a:ext>
            </a:extLst>
          </p:cNvPr>
          <p:cNvSpPr/>
          <p:nvPr/>
        </p:nvSpPr>
        <p:spPr>
          <a:xfrm>
            <a:off x="339572" y="3534637"/>
            <a:ext cx="1108226" cy="9144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t_i</a:t>
            </a:r>
            <a:endParaRPr lang="en-US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E7FFD39-0441-D727-47D8-5FD5742596E2}"/>
              </a:ext>
            </a:extLst>
          </p:cNvPr>
          <p:cNvSpPr/>
          <p:nvPr/>
        </p:nvSpPr>
        <p:spPr>
          <a:xfrm>
            <a:off x="1659754" y="3534637"/>
            <a:ext cx="5685038" cy="91440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Trunk Net (1, 64)-&gt;Tanh-&gt;(64, 64)-&gt;Tanh-&gt;(64, 256)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B9139C7-BEF7-95A9-27A1-AED1ED28FA01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>
            <a:off x="1447798" y="3991837"/>
            <a:ext cx="211956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EDF355A-A7F0-B49F-6843-C5AD522DB66C}"/>
              </a:ext>
            </a:extLst>
          </p:cNvPr>
          <p:cNvSpPr/>
          <p:nvPr/>
        </p:nvSpPr>
        <p:spPr>
          <a:xfrm>
            <a:off x="8163446" y="2579239"/>
            <a:ext cx="914400" cy="9144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R(</a:t>
            </a:r>
            <a:r>
              <a:rPr lang="en-US" dirty="0" err="1"/>
              <a:t>t_i</a:t>
            </a:r>
            <a:r>
              <a:rPr lang="en-US" dirty="0"/>
              <a:t>)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E1445D7-A691-C35B-857E-9ACDA3EF6DE3}"/>
              </a:ext>
            </a:extLst>
          </p:cNvPr>
          <p:cNvSpPr/>
          <p:nvPr/>
        </p:nvSpPr>
        <p:spPr>
          <a:xfrm>
            <a:off x="7144798" y="2812041"/>
            <a:ext cx="818654" cy="448796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Dot Product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0D3ADBB-5D5D-B8FB-B246-3F9AA6DD76FC}"/>
              </a:ext>
            </a:extLst>
          </p:cNvPr>
          <p:cNvCxnSpPr>
            <a:cxnSpLocks/>
            <a:stCxn id="19" idx="3"/>
            <a:endCxn id="22" idx="4"/>
          </p:cNvCxnSpPr>
          <p:nvPr/>
        </p:nvCxnSpPr>
        <p:spPr>
          <a:xfrm flipV="1">
            <a:off x="7344792" y="3260837"/>
            <a:ext cx="209333" cy="73100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472A3A8-0FB7-6419-2129-CC48FCAC5BFD}"/>
              </a:ext>
            </a:extLst>
          </p:cNvPr>
          <p:cNvCxnSpPr>
            <a:cxnSpLocks/>
            <a:stCxn id="11" idx="3"/>
            <a:endCxn id="22" idx="0"/>
          </p:cNvCxnSpPr>
          <p:nvPr/>
        </p:nvCxnSpPr>
        <p:spPr>
          <a:xfrm>
            <a:off x="7261934" y="1888385"/>
            <a:ext cx="292191" cy="923656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762CA14-A0C0-8C2C-EA91-7C82F5AA815D}"/>
              </a:ext>
            </a:extLst>
          </p:cNvPr>
          <p:cNvCxnSpPr>
            <a:cxnSpLocks/>
            <a:stCxn id="22" idx="6"/>
            <a:endCxn id="21" idx="1"/>
          </p:cNvCxnSpPr>
          <p:nvPr/>
        </p:nvCxnSpPr>
        <p:spPr>
          <a:xfrm>
            <a:off x="7963452" y="3036439"/>
            <a:ext cx="199994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2151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1D63D-0FE8-6197-FC7F-84CA1BE11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946F3-F61E-C530-499B-DE5E1FB2D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Residual Neural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443D4-DDFB-982D-13FA-FD3B14C6F4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3014" y="1194417"/>
            <a:ext cx="4038600" cy="3394472"/>
          </a:xfrm>
        </p:spPr>
        <p:txBody>
          <a:bodyPr>
            <a:normAutofit/>
          </a:bodyPr>
          <a:lstStyle/>
          <a:p>
            <a:r>
              <a:rPr lang="en-US" dirty="0"/>
              <a:t>Deep O nets can deal with unequally spaced data</a:t>
            </a:r>
          </a:p>
          <a:p>
            <a:r>
              <a:rPr lang="en-US" dirty="0"/>
              <a:t>Not a problem for this case, but useful versatility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65222C-707F-531A-C22B-23613200B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12CD-FCB1-464E-A775-0B83FDDACE03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046DB99-9FDF-7431-DDF3-D3F76A6529AB}"/>
              </a:ext>
            </a:extLst>
          </p:cNvPr>
          <p:cNvSpPr/>
          <p:nvPr/>
        </p:nvSpPr>
        <p:spPr>
          <a:xfrm>
            <a:off x="4265228" y="1641074"/>
            <a:ext cx="914400" cy="9144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E(t)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B54F45A-C593-8938-B54C-2B87BD1EB1ED}"/>
              </a:ext>
            </a:extLst>
          </p:cNvPr>
          <p:cNvSpPr/>
          <p:nvPr/>
        </p:nvSpPr>
        <p:spPr>
          <a:xfrm>
            <a:off x="5440286" y="1641074"/>
            <a:ext cx="1704512" cy="914400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Branch Net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5A49FEF-6E99-53B3-071D-2B4086C99E51}"/>
              </a:ext>
            </a:extLst>
          </p:cNvPr>
          <p:cNvCxnSpPr>
            <a:stCxn id="7" idx="3"/>
            <a:endCxn id="11" idx="1"/>
          </p:cNvCxnSpPr>
          <p:nvPr/>
        </p:nvCxnSpPr>
        <p:spPr>
          <a:xfrm>
            <a:off x="5179628" y="2098274"/>
            <a:ext cx="26065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C9EFA35-75EE-71EB-AAF0-8ED7A0ECB667}"/>
              </a:ext>
            </a:extLst>
          </p:cNvPr>
          <p:cNvSpPr/>
          <p:nvPr/>
        </p:nvSpPr>
        <p:spPr>
          <a:xfrm>
            <a:off x="4301972" y="2707874"/>
            <a:ext cx="914400" cy="9144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t_i</a:t>
            </a:r>
            <a:endParaRPr lang="en-US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EE67AEA-1675-ABC2-B93E-DB26F7A621E6}"/>
              </a:ext>
            </a:extLst>
          </p:cNvPr>
          <p:cNvSpPr/>
          <p:nvPr/>
        </p:nvSpPr>
        <p:spPr>
          <a:xfrm>
            <a:off x="5477030" y="2707874"/>
            <a:ext cx="1704512" cy="91440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Trunk Net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9E60473-4B89-B882-CF3F-C11E40B70D93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>
            <a:off x="5216372" y="3165074"/>
            <a:ext cx="26065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82F267B-9C34-6004-865E-0B08C3CD8611}"/>
              </a:ext>
            </a:extLst>
          </p:cNvPr>
          <p:cNvSpPr/>
          <p:nvPr/>
        </p:nvSpPr>
        <p:spPr>
          <a:xfrm>
            <a:off x="8168936" y="2154499"/>
            <a:ext cx="914400" cy="9144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R(</a:t>
            </a:r>
            <a:r>
              <a:rPr lang="en-US" dirty="0" err="1"/>
              <a:t>t_i</a:t>
            </a:r>
            <a:r>
              <a:rPr lang="en-US" dirty="0"/>
              <a:t>)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2DADBD9-AA22-08A6-73F0-4A1EF20E6B94}"/>
              </a:ext>
            </a:extLst>
          </p:cNvPr>
          <p:cNvSpPr/>
          <p:nvPr/>
        </p:nvSpPr>
        <p:spPr>
          <a:xfrm>
            <a:off x="7144798" y="2400709"/>
            <a:ext cx="818654" cy="448796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Dot Product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24699CC-3ED5-2802-BF45-159098500716}"/>
              </a:ext>
            </a:extLst>
          </p:cNvPr>
          <p:cNvCxnSpPr>
            <a:cxnSpLocks/>
            <a:stCxn id="19" idx="3"/>
            <a:endCxn id="22" idx="4"/>
          </p:cNvCxnSpPr>
          <p:nvPr/>
        </p:nvCxnSpPr>
        <p:spPr>
          <a:xfrm flipV="1">
            <a:off x="7181542" y="2849505"/>
            <a:ext cx="372583" cy="315569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147A3B7-FBF3-3968-10C0-CC3C17CC6943}"/>
              </a:ext>
            </a:extLst>
          </p:cNvPr>
          <p:cNvCxnSpPr>
            <a:cxnSpLocks/>
            <a:stCxn id="11" idx="3"/>
            <a:endCxn id="22" idx="0"/>
          </p:cNvCxnSpPr>
          <p:nvPr/>
        </p:nvCxnSpPr>
        <p:spPr>
          <a:xfrm>
            <a:off x="7144798" y="2098274"/>
            <a:ext cx="409327" cy="302435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C56B011-2A03-0508-F7B4-B271CF7A56B5}"/>
              </a:ext>
            </a:extLst>
          </p:cNvPr>
          <p:cNvCxnSpPr>
            <a:cxnSpLocks/>
            <a:stCxn id="22" idx="6"/>
            <a:endCxn id="21" idx="1"/>
          </p:cNvCxnSpPr>
          <p:nvPr/>
        </p:nvCxnSpPr>
        <p:spPr>
          <a:xfrm flipV="1">
            <a:off x="7963452" y="2611699"/>
            <a:ext cx="205484" cy="13408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9173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4A74A-A70F-0FBF-5738-98EF08A50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91C9B-8271-7D04-D490-1F11440560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Data generated by molecular dynamics</a:t>
            </a:r>
          </a:p>
          <a:p>
            <a:r>
              <a:rPr lang="en-US" dirty="0"/>
              <a:t>100 electric field functions with random parameters</a:t>
            </a:r>
          </a:p>
          <a:p>
            <a:pPr lvl="1"/>
            <a:r>
              <a:rPr lang="en-US" dirty="0"/>
              <a:t>Mix of polynomial and sinusoidal components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68A022-003C-3A00-FD73-FBA075F7E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12CD-FCB1-464E-A775-0B83FDDACE03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C037AEC5-9E05-1FA6-00F7-12A1353EA0B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979537" y="1200150"/>
            <a:ext cx="3375925" cy="339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117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66D8F-FA4D-4856-ADA9-FCE5E0D96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Molecular Dynamics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85909-1C23-80E1-F674-A5D1C46E569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Many dimensional ODE integrator</a:t>
            </a:r>
          </a:p>
          <a:p>
            <a:r>
              <a:rPr lang="en-US" dirty="0"/>
              <a:t>Each particle experiences a force based on the state of the system at that timestep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AF6EEC8-4DB0-7B73-D8DD-49EA1B6AC0F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979537" y="1200150"/>
            <a:ext cx="3375925" cy="339407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A31C3E-2D47-D81F-A539-B74F33064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12CD-FCB1-464E-A775-0B83FDDACE0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707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52DF1-334F-28D9-3529-D30A7C42A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413929-661A-0E07-B98E-48B7C448D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12CD-FCB1-464E-A775-0B83FDDACE03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89ACE7-19F5-658D-F343-BEDF3DFE07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Use spline smoothed data</a:t>
            </a:r>
          </a:p>
          <a:p>
            <a:r>
              <a:rPr lang="en-US" dirty="0"/>
              <a:t>30000 cycles, each with one randomly chosen point</a:t>
            </a:r>
          </a:p>
          <a:p>
            <a:r>
              <a:rPr lang="en-US" dirty="0"/>
              <a:t>Decreasing learning rate</a:t>
            </a:r>
          </a:p>
          <a:p>
            <a:endParaRPr lang="en-US" dirty="0"/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F385516F-76FD-97C3-0303-DF5567B51B4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411093"/>
            <a:ext cx="4038600" cy="2972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93608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74A8A-DE69-3467-EF4D-87E988D27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Performance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5DFBAF-FEE1-383B-CECD-B349E209234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On the test data set:</a:t>
            </a:r>
          </a:p>
          <a:p>
            <a:pPr lvl="1"/>
            <a:r>
              <a:rPr lang="en-US" dirty="0"/>
              <a:t>Mean loss per trajectory: 29.65</a:t>
            </a:r>
          </a:p>
          <a:p>
            <a:pPr lvl="1"/>
            <a:r>
              <a:rPr lang="en-US" dirty="0"/>
              <a:t>Standard Deviation: 11.07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5199CB-87EF-CF71-F3E4-F2B10E3D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12CD-FCB1-464E-A775-0B83FDDACE03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EBBBDC40-741B-A368-4B1A-FD78CD25861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369451"/>
            <a:ext cx="4038600" cy="3055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400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E91E6-D074-3612-7533-0B3B8B811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Performance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8D2CE5-D05F-3796-57C7-000A34711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12CD-FCB1-464E-A775-0B83FDDACE03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A4FB720-56BE-941A-BEBA-5081DF216D5D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11093"/>
            <a:ext cx="4038600" cy="2972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41055D5-EDD5-1A8E-02B1-BF8F167FD57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411093"/>
            <a:ext cx="4038600" cy="2972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6804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EE093-4C74-0F21-68F8-5BF7144DD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ED01E-E0BA-C1A6-EF85-B7B8635343A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Better than Ohm’s law</a:t>
            </a:r>
          </a:p>
          <a:p>
            <a:r>
              <a:rPr lang="en-US" dirty="0"/>
              <a:t>Spectral bias is a large issue</a:t>
            </a:r>
          </a:p>
          <a:p>
            <a:r>
              <a:rPr lang="en-US" dirty="0"/>
              <a:t>Different architectures might do better</a:t>
            </a:r>
          </a:p>
          <a:p>
            <a:pPr lvl="1"/>
            <a:r>
              <a:rPr lang="en-US" dirty="0"/>
              <a:t>FNO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931F0D-9B5D-EE03-3B19-E2E42BD30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12CD-FCB1-464E-A775-0B83FDDACE03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6EF90A6C-60E7-667B-A065-AC908BFD303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411093"/>
            <a:ext cx="4038600" cy="2972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40394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9A8A2-BB78-F5F4-09A3-241AE5DE3E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F58A9F-376C-BA2B-9227-6C838FA672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83701-0BDE-1CAD-73C4-BF2ED8D70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12CD-FCB1-464E-A775-0B83FDDACE03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43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tails xmlns="a90b1640-6541-4c6c-8aa8-1648f71e7cd5" xsi:nil="true"/>
    <TaxCatchAll xmlns="efce84db-8738-4c7b-9bdc-65b9500871f6" xsi:nil="true"/>
    <PublishingExpirationDate xmlns="http://schemas.microsoft.com/sharepoint/v3" xsi:nil="true"/>
    <PublishingStartDate xmlns="http://schemas.microsoft.com/sharepoint/v3" xsi:nil="true"/>
    <lcf76f155ced4ddcb4097134ff3c332f xmlns="a90b1640-6541-4c6c-8aa8-1648f71e7cd5">
      <Terms xmlns="http://schemas.microsoft.com/office/infopath/2007/PartnerControls"/>
    </lcf76f155ced4ddcb4097134ff3c332f>
    <_dlc_DocId xmlns="b8ab0317-dde0-4bf5-9b45-08b51094b5fc">FJVRM6JXNH7R-1733614346-1802</_dlc_DocId>
    <_dlc_DocIdUrl xmlns="b8ab0317-dde0-4bf5-9b45-08b51094b5fc">
      <Url>https://nuwildcat.sharepoint.com/sites/mrsec/2023/_layouts/15/DocIdRedir.aspx?ID=FJVRM6JXNH7R-1733614346-1802</Url>
      <Description>FJVRM6JXNH7R-1733614346-1802</Description>
    </_dlc_DocIdUrl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8F8EBB97311842AB70BF720BFE3304" ma:contentTypeVersion="17" ma:contentTypeDescription="Create a new document." ma:contentTypeScope="" ma:versionID="9b91e26a597b29084c8e9fee5b5cefb7">
  <xsd:schema xmlns:xsd="http://www.w3.org/2001/XMLSchema" xmlns:xs="http://www.w3.org/2001/XMLSchema" xmlns:p="http://schemas.microsoft.com/office/2006/metadata/properties" xmlns:ns1="http://schemas.microsoft.com/sharepoint/v3" xmlns:ns2="b8ab0317-dde0-4bf5-9b45-08b51094b5fc" xmlns:ns3="a90b1640-6541-4c6c-8aa8-1648f71e7cd5" xmlns:ns4="efce84db-8738-4c7b-9bdc-65b9500871f6" targetNamespace="http://schemas.microsoft.com/office/2006/metadata/properties" ma:root="true" ma:fieldsID="1a0c0023f867f612b78dfce5ae150b24" ns1:_="" ns2:_="" ns3:_="" ns4:_="">
    <xsd:import namespace="http://schemas.microsoft.com/sharepoint/v3"/>
    <xsd:import namespace="b8ab0317-dde0-4bf5-9b45-08b51094b5fc"/>
    <xsd:import namespace="a90b1640-6541-4c6c-8aa8-1648f71e7cd5"/>
    <xsd:import namespace="efce84db-8738-4c7b-9bdc-65b9500871f6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1:PublishingStartDate" minOccurs="0"/>
                <xsd:element ref="ns1:PublishingExpirationDate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2:SharedWithUsers" minOccurs="0"/>
                <xsd:element ref="ns2:SharedWithDetail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4:TaxCatchAll" minOccurs="0"/>
                <xsd:element ref="ns3:MediaServiceOCR" minOccurs="0"/>
                <xsd:element ref="ns3:MediaServiceSearchProperties" minOccurs="0"/>
                <xsd:element ref="ns3:Detail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11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12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ab0317-dde0-4bf5-9b45-08b51094b5fc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0b1640-6541-4c6c-8aa8-1648f71e7c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c2d55d72-5afa-45f9-90b6-e0708aeee9a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Details" ma:index="27" nillable="true" ma:displayName="Details" ma:format="Dropdown" ma:internalName="Details">
      <xsd:simpleType>
        <xsd:restriction base="dms:Note"/>
      </xsd:simpleType>
    </xsd:element>
    <xsd:element name="MediaServiceLocation" ma:index="28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ce84db-8738-4c7b-9bdc-65b9500871f6" elementFormDefault="qualified">
    <xsd:import namespace="http://schemas.microsoft.com/office/2006/documentManagement/types"/>
    <xsd:import namespace="http://schemas.microsoft.com/office/infopath/2007/PartnerControls"/>
    <xsd:element name="TaxCatchAll" ma:index="24" nillable="true" ma:displayName="Taxonomy Catch All Column" ma:hidden="true" ma:list="{a4f6bad9-ddfb-4564-84d8-714de8074895}" ma:internalName="TaxCatchAll" ma:showField="CatchAllData" ma:web="b8ab0317-dde0-4bf5-9b45-08b51094b5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F4B3FE1B-D808-4759-9AB9-175592B5A7D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E9A55E4-3B9A-4125-B984-E93EE2CE6591}">
  <ds:schemaRefs>
    <ds:schemaRef ds:uri="http://schemas.microsoft.com/office/2006/metadata/properties"/>
    <ds:schemaRef ds:uri="http://schemas.microsoft.com/office/infopath/2007/PartnerControls"/>
    <ds:schemaRef ds:uri="a90b1640-6541-4c6c-8aa8-1648f71e7cd5"/>
    <ds:schemaRef ds:uri="efce84db-8738-4c7b-9bdc-65b9500871f6"/>
    <ds:schemaRef ds:uri="http://schemas.microsoft.com/sharepoint/v3"/>
    <ds:schemaRef ds:uri="b8ab0317-dde0-4bf5-9b45-08b51094b5fc"/>
  </ds:schemaRefs>
</ds:datastoreItem>
</file>

<file path=customXml/itemProps3.xml><?xml version="1.0" encoding="utf-8"?>
<ds:datastoreItem xmlns:ds="http://schemas.openxmlformats.org/officeDocument/2006/customXml" ds:itemID="{97A64842-D50B-454B-9B9B-BDF678D9E8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8ab0317-dde0-4bf5-9b45-08b51094b5fc"/>
    <ds:schemaRef ds:uri="a90b1640-6541-4c6c-8aa8-1648f71e7cd5"/>
    <ds:schemaRef ds:uri="efce84db-8738-4c7b-9bdc-65b9500871f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B355972F-CFAB-4A3F-AE7B-650B96D327E1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2457</TotalTime>
  <Words>450</Words>
  <Application>Microsoft Office PowerPoint</Application>
  <PresentationFormat>On-screen Show (16:9)</PresentationFormat>
  <Paragraphs>128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Residual Deep O Net Applied to Molecular Dynamics Simulation of Polymer Diodes</vt:lpstr>
      <vt:lpstr>Polymer Diodes</vt:lpstr>
      <vt:lpstr>Our System</vt:lpstr>
      <vt:lpstr>How can we model this system?</vt:lpstr>
      <vt:lpstr>How can we model this system?</vt:lpstr>
      <vt:lpstr>How can we model this system?</vt:lpstr>
      <vt:lpstr>How can we model this system?</vt:lpstr>
      <vt:lpstr>Residual Neural Operator</vt:lpstr>
      <vt:lpstr>Residual Neural Operator</vt:lpstr>
      <vt:lpstr>Residual Neural Operator</vt:lpstr>
      <vt:lpstr>Data Generation</vt:lpstr>
      <vt:lpstr>Molecular Dynamics</vt:lpstr>
      <vt:lpstr>Training</vt:lpstr>
      <vt:lpstr>Model Performance</vt:lpstr>
      <vt:lpstr>Model Performance</vt:lpstr>
      <vt:lpstr>Discussion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Geraldo Rivera</dc:creator>
  <cp:lastModifiedBy>Isaac George Smith</cp:lastModifiedBy>
  <cp:revision>56</cp:revision>
  <dcterms:created xsi:type="dcterms:W3CDTF">2015-07-21T16:44:10Z</dcterms:created>
  <dcterms:modified xsi:type="dcterms:W3CDTF">2026-03-19T04:29:03Z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0x0101005B8F8EBB97311842AB70BF720BFE3304</vt:lpwstr>
  </property>
  <property fmtid="{D5CDD505-2E9C-101B-9397-08002B2CF9AE}" pid="3" name="Order">
    <vt:r8>2000</vt:r8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TriggerFlowInfo">
    <vt:lpwstr/>
  </property>
  <property fmtid="{D5CDD505-2E9C-101B-9397-08002B2CF9AE}" pid="7" name="_dlc_DocIdItemGuid">
    <vt:lpwstr>1427cd6e-f0bb-4ef5-bacc-aa9c0aff6bec</vt:lpwstr>
  </property>
  <property fmtid="{D5CDD505-2E9C-101B-9397-08002B2CF9AE}" pid="8" name="MediaServiceImageTags">
    <vt:lpwstr/>
  </property>
</Properties>
</file>